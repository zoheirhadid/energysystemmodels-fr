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1" r:id="rId6"/>
    <p:sldId id="260" r:id="rId7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FE8130B-E583-473C-B013-82E7A49310B6}" v="17" dt="2025-11-19T19:40:07.05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7" d="100"/>
          <a:sy n="97" d="100"/>
        </p:scale>
        <p:origin x="1074" y="3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13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Zoheir HADID" userId="123d7235792d1862" providerId="LiveId" clId="{821638BF-488C-4751-A3CD-62E6B0C1C039}"/>
    <pc:docChg chg="custSel addSld modSld">
      <pc:chgData name="Zoheir HADID" userId="123d7235792d1862" providerId="LiveId" clId="{821638BF-488C-4751-A3CD-62E6B0C1C039}" dt="2025-11-19T19:40:07.056" v="308" actId="164"/>
      <pc:docMkLst>
        <pc:docMk/>
      </pc:docMkLst>
      <pc:sldChg chg="addSp delSp modSp add mod">
        <pc:chgData name="Zoheir HADID" userId="123d7235792d1862" providerId="LiveId" clId="{821638BF-488C-4751-A3CD-62E6B0C1C039}" dt="2025-11-19T19:40:07.056" v="308" actId="164"/>
        <pc:sldMkLst>
          <pc:docMk/>
          <pc:sldMk cId="3530312540" sldId="261"/>
        </pc:sldMkLst>
        <pc:spChg chg="add mod ord">
          <ac:chgData name="Zoheir HADID" userId="123d7235792d1862" providerId="LiveId" clId="{821638BF-488C-4751-A3CD-62E6B0C1C039}" dt="2025-11-19T19:40:07.056" v="308" actId="164"/>
          <ac:spMkLst>
            <pc:docMk/>
            <pc:sldMk cId="3530312540" sldId="261"/>
            <ac:spMk id="4" creationId="{0B42A172-93E2-C36F-338F-229628B7A2B6}"/>
          </ac:spMkLst>
        </pc:spChg>
        <pc:spChg chg="mod">
          <ac:chgData name="Zoheir HADID" userId="123d7235792d1862" providerId="LiveId" clId="{821638BF-488C-4751-A3CD-62E6B0C1C039}" dt="2025-11-19T19:31:38.209" v="1" actId="165"/>
          <ac:spMkLst>
            <pc:docMk/>
            <pc:sldMk cId="3530312540" sldId="261"/>
            <ac:spMk id="5" creationId="{3D5EBBA8-4D53-2DB9-89FE-086C23A031A9}"/>
          </ac:spMkLst>
        </pc:spChg>
        <pc:spChg chg="mod">
          <ac:chgData name="Zoheir HADID" userId="123d7235792d1862" providerId="LiveId" clId="{821638BF-488C-4751-A3CD-62E6B0C1C039}" dt="2025-11-19T19:31:38.209" v="1" actId="165"/>
          <ac:spMkLst>
            <pc:docMk/>
            <pc:sldMk cId="3530312540" sldId="261"/>
            <ac:spMk id="6" creationId="{13B4B8FE-BFDA-97B1-FE1D-4074871250BB}"/>
          </ac:spMkLst>
        </pc:spChg>
        <pc:spChg chg="add mod ord">
          <ac:chgData name="Zoheir HADID" userId="123d7235792d1862" providerId="LiveId" clId="{821638BF-488C-4751-A3CD-62E6B0C1C039}" dt="2025-11-19T19:40:07.056" v="308" actId="164"/>
          <ac:spMkLst>
            <pc:docMk/>
            <pc:sldMk cId="3530312540" sldId="261"/>
            <ac:spMk id="9" creationId="{36D0F0F4-235F-EAA8-848E-621B9B9B20E2}"/>
          </ac:spMkLst>
        </pc:spChg>
        <pc:spChg chg="mod">
          <ac:chgData name="Zoheir HADID" userId="123d7235792d1862" providerId="LiveId" clId="{821638BF-488C-4751-A3CD-62E6B0C1C039}" dt="2025-11-19T19:31:38.209" v="1" actId="165"/>
          <ac:spMkLst>
            <pc:docMk/>
            <pc:sldMk cId="3530312540" sldId="261"/>
            <ac:spMk id="15" creationId="{232E8FDA-A7E6-8027-732E-7F17FB621964}"/>
          </ac:spMkLst>
        </pc:spChg>
        <pc:spChg chg="mod">
          <ac:chgData name="Zoheir HADID" userId="123d7235792d1862" providerId="LiveId" clId="{821638BF-488C-4751-A3CD-62E6B0C1C039}" dt="2025-11-19T19:31:38.209" v="1" actId="165"/>
          <ac:spMkLst>
            <pc:docMk/>
            <pc:sldMk cId="3530312540" sldId="261"/>
            <ac:spMk id="16" creationId="{D25F5FA9-47E0-684B-0A46-9C26B3024CE4}"/>
          </ac:spMkLst>
        </pc:spChg>
        <pc:spChg chg="mod">
          <ac:chgData name="Zoheir HADID" userId="123d7235792d1862" providerId="LiveId" clId="{821638BF-488C-4751-A3CD-62E6B0C1C039}" dt="2025-11-19T19:33:56.560" v="33" actId="165"/>
          <ac:spMkLst>
            <pc:docMk/>
            <pc:sldMk cId="3530312540" sldId="261"/>
            <ac:spMk id="19" creationId="{92E21A71-0F27-498B-A3F9-5808B3409489}"/>
          </ac:spMkLst>
        </pc:spChg>
        <pc:spChg chg="mod">
          <ac:chgData name="Zoheir HADID" userId="123d7235792d1862" providerId="LiveId" clId="{821638BF-488C-4751-A3CD-62E6B0C1C039}" dt="2025-11-19T19:33:56.560" v="33" actId="165"/>
          <ac:spMkLst>
            <pc:docMk/>
            <pc:sldMk cId="3530312540" sldId="261"/>
            <ac:spMk id="20" creationId="{C6D3AD93-7EB8-D1D2-9083-BABA02104463}"/>
          </ac:spMkLst>
        </pc:spChg>
        <pc:spChg chg="mod">
          <ac:chgData name="Zoheir HADID" userId="123d7235792d1862" providerId="LiveId" clId="{821638BF-488C-4751-A3CD-62E6B0C1C039}" dt="2025-11-19T19:33:56.560" v="33" actId="165"/>
          <ac:spMkLst>
            <pc:docMk/>
            <pc:sldMk cId="3530312540" sldId="261"/>
            <ac:spMk id="21" creationId="{323527AA-7319-CCBB-086F-31572888AFEB}"/>
          </ac:spMkLst>
        </pc:spChg>
        <pc:spChg chg="mod">
          <ac:chgData name="Zoheir HADID" userId="123d7235792d1862" providerId="LiveId" clId="{821638BF-488C-4751-A3CD-62E6B0C1C039}" dt="2025-11-19T19:33:56.560" v="33" actId="165"/>
          <ac:spMkLst>
            <pc:docMk/>
            <pc:sldMk cId="3530312540" sldId="261"/>
            <ac:spMk id="24" creationId="{32BB7457-8024-2113-3770-32697AB61F17}"/>
          </ac:spMkLst>
        </pc:spChg>
        <pc:spChg chg="mod">
          <ac:chgData name="Zoheir HADID" userId="123d7235792d1862" providerId="LiveId" clId="{821638BF-488C-4751-A3CD-62E6B0C1C039}" dt="2025-11-19T19:33:56.560" v="33" actId="165"/>
          <ac:spMkLst>
            <pc:docMk/>
            <pc:sldMk cId="3530312540" sldId="261"/>
            <ac:spMk id="25" creationId="{9652385A-064D-C7AA-08E1-CFE3D4FB55D0}"/>
          </ac:spMkLst>
        </pc:spChg>
        <pc:spChg chg="mod">
          <ac:chgData name="Zoheir HADID" userId="123d7235792d1862" providerId="LiveId" clId="{821638BF-488C-4751-A3CD-62E6B0C1C039}" dt="2025-11-19T19:33:56.560" v="33" actId="165"/>
          <ac:spMkLst>
            <pc:docMk/>
            <pc:sldMk cId="3530312540" sldId="261"/>
            <ac:spMk id="27" creationId="{F13056D5-D1B8-3F46-6AB9-3E885755762E}"/>
          </ac:spMkLst>
        </pc:spChg>
        <pc:spChg chg="mod">
          <ac:chgData name="Zoheir HADID" userId="123d7235792d1862" providerId="LiveId" clId="{821638BF-488C-4751-A3CD-62E6B0C1C039}" dt="2025-11-19T19:33:56.560" v="33" actId="165"/>
          <ac:spMkLst>
            <pc:docMk/>
            <pc:sldMk cId="3530312540" sldId="261"/>
            <ac:spMk id="28" creationId="{E26787EE-5E6E-4616-115F-5C189E6BFE09}"/>
          </ac:spMkLst>
        </pc:spChg>
        <pc:spChg chg="mod">
          <ac:chgData name="Zoheir HADID" userId="123d7235792d1862" providerId="LiveId" clId="{821638BF-488C-4751-A3CD-62E6B0C1C039}" dt="2025-11-19T19:40:07.056" v="308" actId="164"/>
          <ac:spMkLst>
            <pc:docMk/>
            <pc:sldMk cId="3530312540" sldId="261"/>
            <ac:spMk id="48" creationId="{67AA9DD5-1A7B-46F5-17A8-29CA6EA39813}"/>
          </ac:spMkLst>
        </pc:spChg>
        <pc:spChg chg="mod topLvl">
          <ac:chgData name="Zoheir HADID" userId="123d7235792d1862" providerId="LiveId" clId="{821638BF-488C-4751-A3CD-62E6B0C1C039}" dt="2025-11-19T19:40:07.056" v="308" actId="164"/>
          <ac:spMkLst>
            <pc:docMk/>
            <pc:sldMk cId="3530312540" sldId="261"/>
            <ac:spMk id="49" creationId="{1D733092-D337-6EDC-BA8D-C725B5FFA69D}"/>
          </ac:spMkLst>
        </pc:spChg>
        <pc:spChg chg="mod">
          <ac:chgData name="Zoheir HADID" userId="123d7235792d1862" providerId="LiveId" clId="{821638BF-488C-4751-A3CD-62E6B0C1C039}" dt="2025-11-19T19:40:07.056" v="308" actId="164"/>
          <ac:spMkLst>
            <pc:docMk/>
            <pc:sldMk cId="3530312540" sldId="261"/>
            <ac:spMk id="50" creationId="{DB3853AE-3985-D68D-477E-B104B4A989B8}"/>
          </ac:spMkLst>
        </pc:spChg>
        <pc:spChg chg="mod topLvl">
          <ac:chgData name="Zoheir HADID" userId="123d7235792d1862" providerId="LiveId" clId="{821638BF-488C-4751-A3CD-62E6B0C1C039}" dt="2025-11-19T19:40:07.056" v="308" actId="164"/>
          <ac:spMkLst>
            <pc:docMk/>
            <pc:sldMk cId="3530312540" sldId="261"/>
            <ac:spMk id="51" creationId="{B7A22C6E-19B4-7D08-162A-49924BC5A64D}"/>
          </ac:spMkLst>
        </pc:spChg>
        <pc:spChg chg="mod">
          <ac:chgData name="Zoheir HADID" userId="123d7235792d1862" providerId="LiveId" clId="{821638BF-488C-4751-A3CD-62E6B0C1C039}" dt="2025-11-19T19:40:07.056" v="308" actId="164"/>
          <ac:spMkLst>
            <pc:docMk/>
            <pc:sldMk cId="3530312540" sldId="261"/>
            <ac:spMk id="52" creationId="{80F184BB-1403-0A43-86C6-FDF9BD395C25}"/>
          </ac:spMkLst>
        </pc:spChg>
        <pc:grpChg chg="del mod">
          <ac:chgData name="Zoheir HADID" userId="123d7235792d1862" providerId="LiveId" clId="{821638BF-488C-4751-A3CD-62E6B0C1C039}" dt="2025-11-19T19:34:13.273" v="36" actId="478"/>
          <ac:grpSpMkLst>
            <pc:docMk/>
            <pc:sldMk cId="3530312540" sldId="261"/>
            <ac:grpSpMk id="22" creationId="{08D4B274-C639-A289-1195-481750AB797F}"/>
          </ac:grpSpMkLst>
        </pc:grpChg>
        <pc:grpChg chg="mod topLvl">
          <ac:chgData name="Zoheir HADID" userId="123d7235792d1862" providerId="LiveId" clId="{821638BF-488C-4751-A3CD-62E6B0C1C039}" dt="2025-11-19T19:40:07.056" v="308" actId="164"/>
          <ac:grpSpMkLst>
            <pc:docMk/>
            <pc:sldMk cId="3530312540" sldId="261"/>
            <ac:grpSpMk id="23" creationId="{B72067BD-7C7E-0E6B-1766-D0E355627180}"/>
          </ac:grpSpMkLst>
        </pc:grpChg>
        <pc:grpChg chg="mod topLvl">
          <ac:chgData name="Zoheir HADID" userId="123d7235792d1862" providerId="LiveId" clId="{821638BF-488C-4751-A3CD-62E6B0C1C039}" dt="2025-11-19T19:40:07.056" v="308" actId="164"/>
          <ac:grpSpMkLst>
            <pc:docMk/>
            <pc:sldMk cId="3530312540" sldId="261"/>
            <ac:grpSpMk id="26" creationId="{E283EB55-67B5-6E26-F5C0-7FABF25FA630}"/>
          </ac:grpSpMkLst>
        </pc:grpChg>
        <pc:grpChg chg="add mod">
          <ac:chgData name="Zoheir HADID" userId="123d7235792d1862" providerId="LiveId" clId="{821638BF-488C-4751-A3CD-62E6B0C1C039}" dt="2025-11-19T19:40:07.056" v="308" actId="164"/>
          <ac:grpSpMkLst>
            <pc:docMk/>
            <pc:sldMk cId="3530312540" sldId="261"/>
            <ac:grpSpMk id="32" creationId="{D60CD307-6E9D-AD93-4608-D9B9F79D63DF}"/>
          </ac:grpSpMkLst>
        </pc:grpChg>
        <pc:grpChg chg="del">
          <ac:chgData name="Zoheir HADID" userId="123d7235792d1862" providerId="LiveId" clId="{821638BF-488C-4751-A3CD-62E6B0C1C039}" dt="2025-11-19T19:33:56.560" v="33" actId="165"/>
          <ac:grpSpMkLst>
            <pc:docMk/>
            <pc:sldMk cId="3530312540" sldId="261"/>
            <ac:grpSpMk id="34" creationId="{84FAEE14-0EE4-FF94-2DF1-A71CC4978B96}"/>
          </ac:grpSpMkLst>
        </pc:grpChg>
        <pc:picChg chg="add del mod">
          <ac:chgData name="Zoheir HADID" userId="123d7235792d1862" providerId="LiveId" clId="{821638BF-488C-4751-A3CD-62E6B0C1C039}" dt="2025-11-19T19:39:07.485" v="303" actId="478"/>
          <ac:picMkLst>
            <pc:docMk/>
            <pc:sldMk cId="3530312540" sldId="261"/>
            <ac:picMk id="3" creationId="{6AC5E090-69F7-8E19-D754-0B4E275A6E3C}"/>
          </ac:picMkLst>
        </pc:picChg>
        <pc:cxnChg chg="add mod">
          <ac:chgData name="Zoheir HADID" userId="123d7235792d1862" providerId="LiveId" clId="{821638BF-488C-4751-A3CD-62E6B0C1C039}" dt="2025-11-19T19:39:53.426" v="306" actId="1076"/>
          <ac:cxnSpMkLst>
            <pc:docMk/>
            <pc:sldMk cId="3530312540" sldId="261"/>
            <ac:cxnSpMk id="12" creationId="{223B99B9-5781-F69A-5FA3-2DDD7E3E376C}"/>
          </ac:cxnSpMkLst>
        </pc:cxnChg>
        <pc:cxnChg chg="mod">
          <ac:chgData name="Zoheir HADID" userId="123d7235792d1862" providerId="LiveId" clId="{821638BF-488C-4751-A3CD-62E6B0C1C039}" dt="2025-11-19T19:38:43.054" v="291" actId="1076"/>
          <ac:cxnSpMkLst>
            <pc:docMk/>
            <pc:sldMk cId="3530312540" sldId="261"/>
            <ac:cxnSpMk id="18" creationId="{BE8A6E7B-A43F-8031-647D-B6E292D41452}"/>
          </ac:cxnSpMkLst>
        </pc:cxnChg>
        <pc:cxnChg chg="add mod">
          <ac:chgData name="Zoheir HADID" userId="123d7235792d1862" providerId="LiveId" clId="{821638BF-488C-4751-A3CD-62E6B0C1C039}" dt="2025-11-19T19:39:57.089" v="307" actId="1076"/>
          <ac:cxnSpMkLst>
            <pc:docMk/>
            <pc:sldMk cId="3530312540" sldId="261"/>
            <ac:cxnSpMk id="29" creationId="{88AB5427-DC79-0431-3377-98E52FF87B32}"/>
          </ac:cxnSpMkLst>
        </pc:cxnChg>
        <pc:cxnChg chg="add mod">
          <ac:chgData name="Zoheir HADID" userId="123d7235792d1862" providerId="LiveId" clId="{821638BF-488C-4751-A3CD-62E6B0C1C039}" dt="2025-11-19T19:38:45.238" v="292" actId="1076"/>
          <ac:cxnSpMkLst>
            <pc:docMk/>
            <pc:sldMk cId="3530312540" sldId="261"/>
            <ac:cxnSpMk id="30" creationId="{492CB22E-B019-6EAD-FE7D-A81EDBFBE3B4}"/>
          </ac:cxnSpMkLst>
        </pc:cxn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DBBCCEE-D02F-281D-1404-2F990FB28CD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0A4B628F-4753-C933-4D2B-B858A40F6C7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E39B7645-6209-EF16-D4EF-875F1D3EF9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643AC4-22AA-4210-A6CC-8CC3C7E4451E}" type="datetimeFigureOut">
              <a:rPr lang="fr-FR" smtClean="0"/>
              <a:t>19/11/2025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E5F5C069-03AA-4B78-2078-28F3085B3F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EBC788A4-3D83-B40E-A3A6-5EF7D9EA77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6DE0A4-92A6-4658-9AD6-E2A7A4B32C8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3265667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1B9BBA2-F9F5-E621-96C3-FB02AE97ED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863AB33-81D2-09CC-EEBC-C4EACB9C93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40899FA-46A3-2A01-4E75-C4E72D739D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643AC4-22AA-4210-A6CC-8CC3C7E4451E}" type="datetimeFigureOut">
              <a:rPr lang="fr-FR" smtClean="0"/>
              <a:t>19/11/2025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33334189-A1B0-41B4-5059-C2010B286F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6BCDB3F-564B-B393-C1DE-8C241B9AED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6DE0A4-92A6-4658-9AD6-E2A7A4B32C8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073919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046510F-C10A-2F71-BDD1-EFF60B126A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3EADCC0B-62A9-05C5-9396-8974BEA2C5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C3B7143-E21B-CBA6-D38D-E071136CF2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643AC4-22AA-4210-A6CC-8CC3C7E4451E}" type="datetimeFigureOut">
              <a:rPr lang="fr-FR" smtClean="0"/>
              <a:t>19/11/2025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159900A3-81A4-6E38-34FC-C2D6953703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8A6E89C-72A5-BC04-BA4C-BDC5223C4E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6DE0A4-92A6-4658-9AD6-E2A7A4B32C8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208812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F4C6B7F-53C4-5351-619C-74B7FA9B6A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F871E49B-B968-B4AB-BE14-8694210429E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B2040C0B-4837-5B93-070E-F32D22743B6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1ADE7AFB-3FEC-3706-7F38-818B4FF88A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643AC4-22AA-4210-A6CC-8CC3C7E4451E}" type="datetimeFigureOut">
              <a:rPr lang="fr-FR" smtClean="0"/>
              <a:t>19/11/2025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BD740EB1-E6BC-CC82-B5B8-22C3B84054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EB53CD26-5733-341C-C595-E0958B570B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6DE0A4-92A6-4658-9AD6-E2A7A4B32C8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711395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62369A5-7CD9-B7FD-F14C-ABB6F84196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84AC16D4-BBF0-21DA-B8EB-8BE1ED217F8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2A101B99-B516-92EB-6CB7-6BAA2EB63CF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6AB27840-6E69-0C49-523D-47FBE7C1843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729B6C18-F2D0-BA9A-BB6E-5E13BC76D43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6AE615B4-38F5-AFD8-0785-BCB2033CC4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643AC4-22AA-4210-A6CC-8CC3C7E4451E}" type="datetimeFigureOut">
              <a:rPr lang="fr-FR" smtClean="0"/>
              <a:t>19/11/2025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9DA9A37F-5B1D-29C3-C585-F9D758924F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2540E66F-58E5-22FA-10FB-8B96812254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6DE0A4-92A6-4658-9AD6-E2A7A4B32C8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950723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A61273D-DB82-8CCB-E61B-6059CF2E13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D40C092D-8C9E-9EC3-2F14-CE28FDD05E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643AC4-22AA-4210-A6CC-8CC3C7E4451E}" type="datetimeFigureOut">
              <a:rPr lang="fr-FR" smtClean="0"/>
              <a:t>19/11/2025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80A4E850-0D6F-7BB5-DBEC-C2D9467257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81158F0B-5197-E9D2-7A36-8F71164697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6DE0A4-92A6-4658-9AD6-E2A7A4B32C8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362298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845D70D5-E772-4D4D-8870-0DF46D1C31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643AC4-22AA-4210-A6CC-8CC3C7E4451E}" type="datetimeFigureOut">
              <a:rPr lang="fr-FR" smtClean="0"/>
              <a:t>19/11/2025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0622BED2-D142-3B94-5577-19B29D5CE2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879B0641-FC2F-6A4C-1FE3-F00F1A1FEA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6DE0A4-92A6-4658-9AD6-E2A7A4B32C8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180613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E167BA5-DB0D-8CE2-D708-A33582BBC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CBF96B7-1A54-4036-0B14-2F7F11FE27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3A53C8BE-B1F0-CF49-4F58-44CE039D745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71B434E7-0B02-1EA2-57E3-5692AB562E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643AC4-22AA-4210-A6CC-8CC3C7E4451E}" type="datetimeFigureOut">
              <a:rPr lang="fr-FR" smtClean="0"/>
              <a:t>19/11/2025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A0A794F2-16F8-62EC-838A-892B171889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0E7E84D7-F988-7509-6FCD-1439895DBB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6DE0A4-92A6-4658-9AD6-E2A7A4B32C8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7683019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823A86B-F4AD-4FE6-5554-15EF404C2F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C2ED2849-70D2-470D-B92B-4F2356DB91C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94663D1D-ADAE-F15A-1454-A6162E6B508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9D715392-D762-4922-BF1B-8E37BA9B8E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643AC4-22AA-4210-A6CC-8CC3C7E4451E}" type="datetimeFigureOut">
              <a:rPr lang="fr-FR" smtClean="0"/>
              <a:t>19/11/2025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E19349AB-6822-5E1B-2BBA-425D76674C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E3140B2A-98D5-87C4-FDDC-185A031859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6DE0A4-92A6-4658-9AD6-E2A7A4B32C8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404194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8007467-5023-5773-3D71-08DA1702AF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04D9E637-F481-F3D8-3548-5A94E199044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2DEEB82C-E2E9-9109-09FD-A3FDF7A20B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643AC4-22AA-4210-A6CC-8CC3C7E4451E}" type="datetimeFigureOut">
              <a:rPr lang="fr-FR" smtClean="0"/>
              <a:t>19/11/2025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E307DE87-1995-1916-A088-D8C0DA8D4A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47375581-7825-7953-4ABF-B0A5373944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6DE0A4-92A6-4658-9AD6-E2A7A4B32C8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632208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E663C63D-191C-6606-E1C5-D613177B25F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74DFF663-5BE3-E51F-41AA-59F06FD9061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83859086-533C-3919-74A4-4F4F902AF5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643AC4-22AA-4210-A6CC-8CC3C7E4451E}" type="datetimeFigureOut">
              <a:rPr lang="fr-FR" smtClean="0"/>
              <a:t>19/11/2025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E48DE922-10E2-B1A1-9394-A64B6B0223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646BC63-A447-791C-4D28-0EA3264D7D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6DE0A4-92A6-4658-9AD6-E2A7A4B32C8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943764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88A47516-CBF3-A2A0-EFC4-8F5FF2FA70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F6C9F22D-CF4A-BFCE-A3A0-33B1FD10DD2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22D880DE-C5E8-48F1-8B95-F100A4CF7E8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4643AC4-22AA-4210-A6CC-8CC3C7E4451E}" type="datetimeFigureOut">
              <a:rPr lang="fr-FR" smtClean="0"/>
              <a:t>19/11/2025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8334B73-5B03-3FD8-02EE-212A497FF72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4878B0E3-5DFE-C9B5-3598-1FDA0D2E5DE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36DE0A4-92A6-4658-9AD6-E2A7A4B32C8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671286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Groupe 21">
            <a:extLst>
              <a:ext uri="{FF2B5EF4-FFF2-40B4-BE49-F238E27FC236}">
                <a16:creationId xmlns:a16="http://schemas.microsoft.com/office/drawing/2014/main" id="{66399055-31A3-FFED-2DE8-92F7B869A6F2}"/>
              </a:ext>
            </a:extLst>
          </p:cNvPr>
          <p:cNvGrpSpPr/>
          <p:nvPr/>
        </p:nvGrpSpPr>
        <p:grpSpPr>
          <a:xfrm>
            <a:off x="3666640" y="1503089"/>
            <a:ext cx="3183392" cy="3710463"/>
            <a:chOff x="3666640" y="1503089"/>
            <a:chExt cx="3183392" cy="3710463"/>
          </a:xfrm>
        </p:grpSpPr>
        <p:grpSp>
          <p:nvGrpSpPr>
            <p:cNvPr id="30" name="Groupe 29">
              <a:extLst>
                <a:ext uri="{FF2B5EF4-FFF2-40B4-BE49-F238E27FC236}">
                  <a16:creationId xmlns:a16="http://schemas.microsoft.com/office/drawing/2014/main" id="{5FC09632-2055-7347-5EA0-68F6E6CDEA1D}"/>
                </a:ext>
              </a:extLst>
            </p:cNvPr>
            <p:cNvGrpSpPr/>
            <p:nvPr/>
          </p:nvGrpSpPr>
          <p:grpSpPr>
            <a:xfrm>
              <a:off x="4411583" y="1612486"/>
              <a:ext cx="1812128" cy="3029023"/>
              <a:chOff x="4411583" y="1612486"/>
              <a:chExt cx="1812128" cy="3029023"/>
            </a:xfrm>
          </p:grpSpPr>
          <p:grpSp>
            <p:nvGrpSpPr>
              <p:cNvPr id="29" name="Groupe 28">
                <a:extLst>
                  <a:ext uri="{FF2B5EF4-FFF2-40B4-BE49-F238E27FC236}">
                    <a16:creationId xmlns:a16="http://schemas.microsoft.com/office/drawing/2014/main" id="{A8516AF3-EB63-B6A4-2596-C03BE35F799A}"/>
                  </a:ext>
                </a:extLst>
              </p:cNvPr>
              <p:cNvGrpSpPr/>
              <p:nvPr/>
            </p:nvGrpSpPr>
            <p:grpSpPr>
              <a:xfrm>
                <a:off x="4411583" y="2198858"/>
                <a:ext cx="1812128" cy="2442651"/>
                <a:chOff x="4411583" y="2198858"/>
                <a:chExt cx="1812128" cy="2442651"/>
              </a:xfrm>
            </p:grpSpPr>
            <p:sp>
              <p:nvSpPr>
                <p:cNvPr id="4" name="Cube 3">
                  <a:extLst>
                    <a:ext uri="{FF2B5EF4-FFF2-40B4-BE49-F238E27FC236}">
                      <a16:creationId xmlns:a16="http://schemas.microsoft.com/office/drawing/2014/main" id="{CAC6ACE4-478B-9440-72AE-E2B8DE434C14}"/>
                    </a:ext>
                  </a:extLst>
                </p:cNvPr>
                <p:cNvSpPr/>
                <p:nvPr/>
              </p:nvSpPr>
              <p:spPr>
                <a:xfrm>
                  <a:off x="4526733" y="2199993"/>
                  <a:ext cx="1167897" cy="2227152"/>
                </a:xfrm>
                <a:prstGeom prst="cube">
                  <a:avLst>
                    <a:gd name="adj" fmla="val 39729"/>
                  </a:avLst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fr-FR" sz="1000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cxnSp>
              <p:nvCxnSpPr>
                <p:cNvPr id="6" name="Connecteur droit avec flèche 5">
                  <a:extLst>
                    <a:ext uri="{FF2B5EF4-FFF2-40B4-BE49-F238E27FC236}">
                      <a16:creationId xmlns:a16="http://schemas.microsoft.com/office/drawing/2014/main" id="{E90CF314-DCC1-E89C-356F-6D1BAF84DB0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097101" y="2198858"/>
                  <a:ext cx="463993" cy="463994"/>
                </a:xfrm>
                <a:prstGeom prst="straightConnector1">
                  <a:avLst/>
                </a:prstGeom>
                <a:ln>
                  <a:headEnd type="triangle"/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" name="Connecteur droit avec flèche 6">
                  <a:extLst>
                    <a:ext uri="{FF2B5EF4-FFF2-40B4-BE49-F238E27FC236}">
                      <a16:creationId xmlns:a16="http://schemas.microsoft.com/office/drawing/2014/main" id="{A8143D30-D6E2-D195-6724-41A32E85C0A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310991" y="2592686"/>
                  <a:ext cx="0" cy="1763158"/>
                </a:xfrm>
                <a:prstGeom prst="straightConnector1">
                  <a:avLst/>
                </a:prstGeom>
                <a:ln>
                  <a:headEnd type="triangle"/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" name="Connecteur droit avec flèche 9">
                  <a:extLst>
                    <a:ext uri="{FF2B5EF4-FFF2-40B4-BE49-F238E27FC236}">
                      <a16:creationId xmlns:a16="http://schemas.microsoft.com/office/drawing/2014/main" id="{1EF644BA-B95D-10A2-E5C4-526596A112F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526733" y="2766968"/>
                  <a:ext cx="703903" cy="0"/>
                </a:xfrm>
                <a:prstGeom prst="straightConnector1">
                  <a:avLst/>
                </a:prstGeom>
                <a:ln>
                  <a:headEnd type="triangle"/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3" name="ZoneTexte 12">
                  <a:extLst>
                    <a:ext uri="{FF2B5EF4-FFF2-40B4-BE49-F238E27FC236}">
                      <a16:creationId xmlns:a16="http://schemas.microsoft.com/office/drawing/2014/main" id="{5C856BAA-B93B-D2F9-5117-C8E9E976C8E9}"/>
                    </a:ext>
                  </a:extLst>
                </p:cNvPr>
                <p:cNvSpPr txBox="1"/>
                <p:nvPr/>
              </p:nvSpPr>
              <p:spPr>
                <a:xfrm>
                  <a:off x="5267424" y="3232348"/>
                  <a:ext cx="636713" cy="24622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fr-FR" sz="10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H=1.5m</a:t>
                  </a:r>
                </a:p>
              </p:txBody>
            </p:sp>
            <p:sp>
              <p:nvSpPr>
                <p:cNvPr id="14" name="ZoneTexte 13">
                  <a:extLst>
                    <a:ext uri="{FF2B5EF4-FFF2-40B4-BE49-F238E27FC236}">
                      <a16:creationId xmlns:a16="http://schemas.microsoft.com/office/drawing/2014/main" id="{2BCFB17E-D087-52E4-D49F-A12D4B9A37F2}"/>
                    </a:ext>
                  </a:extLst>
                </p:cNvPr>
                <p:cNvSpPr txBox="1"/>
                <p:nvPr/>
              </p:nvSpPr>
              <p:spPr>
                <a:xfrm>
                  <a:off x="4731849" y="2732585"/>
                  <a:ext cx="614271" cy="24622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fr-FR" sz="10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L=0.6m</a:t>
                  </a:r>
                </a:p>
              </p:txBody>
            </p:sp>
            <p:sp>
              <p:nvSpPr>
                <p:cNvPr id="15" name="ZoneTexte 14">
                  <a:extLst>
                    <a:ext uri="{FF2B5EF4-FFF2-40B4-BE49-F238E27FC236}">
                      <a16:creationId xmlns:a16="http://schemas.microsoft.com/office/drawing/2014/main" id="{8557D550-09EA-42A8-F987-6994E539AC81}"/>
                    </a:ext>
                  </a:extLst>
                </p:cNvPr>
                <p:cNvSpPr txBox="1"/>
                <p:nvPr/>
              </p:nvSpPr>
              <p:spPr>
                <a:xfrm>
                  <a:off x="5009114" y="2262506"/>
                  <a:ext cx="665567" cy="24622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fr-FR" sz="10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W=0.8m</a:t>
                  </a:r>
                </a:p>
              </p:txBody>
            </p:sp>
            <p:sp>
              <p:nvSpPr>
                <p:cNvPr id="19" name="ZoneTexte 18">
                  <a:extLst>
                    <a:ext uri="{FF2B5EF4-FFF2-40B4-BE49-F238E27FC236}">
                      <a16:creationId xmlns:a16="http://schemas.microsoft.com/office/drawing/2014/main" id="{662FF9E1-802F-CC34-7C6B-3000B6DA7E4C}"/>
                    </a:ext>
                  </a:extLst>
                </p:cNvPr>
                <p:cNvSpPr txBox="1"/>
                <p:nvPr/>
              </p:nvSpPr>
              <p:spPr>
                <a:xfrm>
                  <a:off x="4442989" y="4385349"/>
                  <a:ext cx="1344130" cy="25616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>
                    <a:lnSpc>
                      <a:spcPts val="1425"/>
                    </a:lnSpc>
                  </a:pPr>
                  <a:r>
                    <a:rPr lang="fr-FR" sz="1000" b="0" dirty="0" err="1">
                      <a:solidFill>
                        <a:srgbClr val="A31515"/>
                      </a:solidFill>
                      <a:effectLst/>
                      <a:latin typeface="Arial" panose="020B0604020202020204" pitchFamily="34" charset="0"/>
                      <a:cs typeface="Arial" panose="020B0604020202020204" pitchFamily="34" charset="0"/>
                    </a:rPr>
                    <a:t>horizontal_down</a:t>
                  </a:r>
                  <a:endParaRPr lang="fr-FR" sz="1000" b="0" dirty="0">
                    <a:solidFill>
                      <a:srgbClr val="000000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1" name="ZoneTexte 20">
                  <a:extLst>
                    <a:ext uri="{FF2B5EF4-FFF2-40B4-BE49-F238E27FC236}">
                      <a16:creationId xmlns:a16="http://schemas.microsoft.com/office/drawing/2014/main" id="{B0DADAC8-ADD5-A214-68EA-A4E9CD44BC32}"/>
                    </a:ext>
                  </a:extLst>
                </p:cNvPr>
                <p:cNvSpPr txBox="1"/>
                <p:nvPr/>
              </p:nvSpPr>
              <p:spPr>
                <a:xfrm rot="19064297">
                  <a:off x="5244816" y="2781758"/>
                  <a:ext cx="978895" cy="25616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>
                    <a:lnSpc>
                      <a:spcPts val="1425"/>
                    </a:lnSpc>
                  </a:pPr>
                  <a:r>
                    <a:rPr lang="fr-FR" sz="1000" b="0" dirty="0">
                      <a:solidFill>
                        <a:srgbClr val="A31515"/>
                      </a:solidFill>
                      <a:effectLst/>
                      <a:latin typeface="Arial" panose="020B0604020202020204" pitchFamily="34" charset="0"/>
                      <a:cs typeface="Arial" panose="020B0604020202020204" pitchFamily="34" charset="0"/>
                    </a:rPr>
                    <a:t>vertical 2</a:t>
                  </a:r>
                  <a:endParaRPr lang="fr-FR" sz="1000" b="0" dirty="0">
                    <a:solidFill>
                      <a:srgbClr val="000000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8" name="ZoneTexte 27">
                  <a:extLst>
                    <a:ext uri="{FF2B5EF4-FFF2-40B4-BE49-F238E27FC236}">
                      <a16:creationId xmlns:a16="http://schemas.microsoft.com/office/drawing/2014/main" id="{B3720C06-9D29-94A2-A8D5-2732955F5015}"/>
                    </a:ext>
                  </a:extLst>
                </p:cNvPr>
                <p:cNvSpPr txBox="1"/>
                <p:nvPr/>
              </p:nvSpPr>
              <p:spPr>
                <a:xfrm>
                  <a:off x="4411583" y="3394977"/>
                  <a:ext cx="975230" cy="25616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>
                    <a:lnSpc>
                      <a:spcPts val="1425"/>
                    </a:lnSpc>
                  </a:pPr>
                  <a:r>
                    <a:rPr lang="fr-FR" sz="1000" b="0" dirty="0">
                      <a:solidFill>
                        <a:srgbClr val="A31515"/>
                      </a:solidFill>
                      <a:effectLst/>
                      <a:latin typeface="Arial" panose="020B0604020202020204" pitchFamily="34" charset="0"/>
                      <a:cs typeface="Arial" panose="020B0604020202020204" pitchFamily="34" charset="0"/>
                    </a:rPr>
                    <a:t>vertical 1</a:t>
                  </a:r>
                  <a:endParaRPr lang="fr-FR" sz="1000" b="0" dirty="0">
                    <a:solidFill>
                      <a:srgbClr val="000000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p:grpSp>
          <p:sp>
            <p:nvSpPr>
              <p:cNvPr id="17" name="ZoneTexte 16">
                <a:extLst>
                  <a:ext uri="{FF2B5EF4-FFF2-40B4-BE49-F238E27FC236}">
                    <a16:creationId xmlns:a16="http://schemas.microsoft.com/office/drawing/2014/main" id="{D48D90E7-C8D6-2FF2-3B47-E4F6522056F1}"/>
                  </a:ext>
                </a:extLst>
              </p:cNvPr>
              <p:cNvSpPr txBox="1"/>
              <p:nvPr/>
            </p:nvSpPr>
            <p:spPr>
              <a:xfrm rot="18893151">
                <a:off x="4388421" y="2101077"/>
                <a:ext cx="1233341" cy="25616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ts val="1425"/>
                  </a:lnSpc>
                </a:pPr>
                <a:r>
                  <a:rPr lang="fr-FR" sz="1000" b="0" dirty="0" err="1">
                    <a:solidFill>
                      <a:srgbClr val="A31515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horizontal_up</a:t>
                </a:r>
                <a:endParaRPr lang="fr-FR" sz="1000" b="0" dirty="0">
                  <a:solidFill>
                    <a:srgbClr val="000000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" name="ZoneTexte 1">
              <a:extLst>
                <a:ext uri="{FF2B5EF4-FFF2-40B4-BE49-F238E27FC236}">
                  <a16:creationId xmlns:a16="http://schemas.microsoft.com/office/drawing/2014/main" id="{3F58695C-B3F0-1FC7-CFE1-2B5C6549804D}"/>
                </a:ext>
              </a:extLst>
            </p:cNvPr>
            <p:cNvSpPr txBox="1"/>
            <p:nvPr/>
          </p:nvSpPr>
          <p:spPr>
            <a:xfrm>
              <a:off x="4487699" y="3074206"/>
              <a:ext cx="694421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1000" dirty="0" err="1">
                  <a:latin typeface="Arial" panose="020B0604020202020204" pitchFamily="34" charset="0"/>
                  <a:cs typeface="Arial" panose="020B0604020202020204" pitchFamily="34" charset="0"/>
                </a:rPr>
                <a:t>Tp</a:t>
              </a:r>
              <a:r>
                <a:rPr lang="fr-FR" sz="1000" dirty="0">
                  <a:latin typeface="Arial" panose="020B0604020202020204" pitchFamily="34" charset="0"/>
                  <a:cs typeface="Arial" panose="020B0604020202020204" pitchFamily="34" charset="0"/>
                </a:rPr>
                <a:t>=60°C</a:t>
              </a:r>
            </a:p>
          </p:txBody>
        </p:sp>
        <p:sp>
          <p:nvSpPr>
            <p:cNvPr id="3" name="ZoneTexte 2">
              <a:extLst>
                <a:ext uri="{FF2B5EF4-FFF2-40B4-BE49-F238E27FC236}">
                  <a16:creationId xmlns:a16="http://schemas.microsoft.com/office/drawing/2014/main" id="{9D31B456-E998-A022-8E1C-C895D76722DB}"/>
                </a:ext>
              </a:extLst>
            </p:cNvPr>
            <p:cNvSpPr txBox="1"/>
            <p:nvPr/>
          </p:nvSpPr>
          <p:spPr>
            <a:xfrm>
              <a:off x="3694794" y="2307744"/>
              <a:ext cx="694421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1000" dirty="0">
                  <a:latin typeface="Arial" panose="020B0604020202020204" pitchFamily="34" charset="0"/>
                  <a:cs typeface="Arial" panose="020B0604020202020204" pitchFamily="34" charset="0"/>
                </a:rPr>
                <a:t>Ta=25°C</a:t>
              </a:r>
            </a:p>
          </p:txBody>
        </p:sp>
        <p:sp>
          <p:nvSpPr>
            <p:cNvPr id="5" name="Flèche : droite 4">
              <a:extLst>
                <a:ext uri="{FF2B5EF4-FFF2-40B4-BE49-F238E27FC236}">
                  <a16:creationId xmlns:a16="http://schemas.microsoft.com/office/drawing/2014/main" id="{B7C6E827-14BE-CCE9-CCC2-1CA18C3F376A}"/>
                </a:ext>
              </a:extLst>
            </p:cNvPr>
            <p:cNvSpPr/>
            <p:nvPr/>
          </p:nvSpPr>
          <p:spPr>
            <a:xfrm>
              <a:off x="5805699" y="2883889"/>
              <a:ext cx="324000" cy="216000"/>
            </a:xfrm>
            <a:prstGeom prst="rightArrow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8" name="Flèche : droite 7">
              <a:extLst>
                <a:ext uri="{FF2B5EF4-FFF2-40B4-BE49-F238E27FC236}">
                  <a16:creationId xmlns:a16="http://schemas.microsoft.com/office/drawing/2014/main" id="{A2CEDBE5-902D-5F6F-4DD0-873F201BDECF}"/>
                </a:ext>
              </a:extLst>
            </p:cNvPr>
            <p:cNvSpPr/>
            <p:nvPr/>
          </p:nvSpPr>
          <p:spPr>
            <a:xfrm rot="7878817">
              <a:off x="4318470" y="3725293"/>
              <a:ext cx="324000" cy="216000"/>
            </a:xfrm>
            <a:prstGeom prst="rightArrow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" name="Flèche : droite 8">
              <a:extLst>
                <a:ext uri="{FF2B5EF4-FFF2-40B4-BE49-F238E27FC236}">
                  <a16:creationId xmlns:a16="http://schemas.microsoft.com/office/drawing/2014/main" id="{E5337EE6-9012-34EF-C7AF-3ADE37326102}"/>
                </a:ext>
              </a:extLst>
            </p:cNvPr>
            <p:cNvSpPr/>
            <p:nvPr/>
          </p:nvSpPr>
          <p:spPr>
            <a:xfrm rot="5400000">
              <a:off x="4735091" y="4705003"/>
              <a:ext cx="324000" cy="216000"/>
            </a:xfrm>
            <a:prstGeom prst="rightArrow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" name="Flèche : droite 10">
              <a:extLst>
                <a:ext uri="{FF2B5EF4-FFF2-40B4-BE49-F238E27FC236}">
                  <a16:creationId xmlns:a16="http://schemas.microsoft.com/office/drawing/2014/main" id="{8029C2BE-EFE1-F14B-C923-D78C968A5D31}"/>
                </a:ext>
              </a:extLst>
            </p:cNvPr>
            <p:cNvSpPr/>
            <p:nvPr/>
          </p:nvSpPr>
          <p:spPr>
            <a:xfrm rot="16200000">
              <a:off x="4824684" y="1806158"/>
              <a:ext cx="324000" cy="216000"/>
            </a:xfrm>
            <a:prstGeom prst="rightArrow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2" name="ZoneTexte 11">
              <a:extLst>
                <a:ext uri="{FF2B5EF4-FFF2-40B4-BE49-F238E27FC236}">
                  <a16:creationId xmlns:a16="http://schemas.microsoft.com/office/drawing/2014/main" id="{D9C04986-58BE-ADD3-C55D-3F28A552404B}"/>
                </a:ext>
              </a:extLst>
            </p:cNvPr>
            <p:cNvSpPr txBox="1"/>
            <p:nvPr/>
          </p:nvSpPr>
          <p:spPr>
            <a:xfrm>
              <a:off x="4698921" y="1503089"/>
              <a:ext cx="591829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fr-FR"/>
              </a:defPPr>
              <a:lvl1pPr>
                <a:defRPr sz="1100">
                  <a:solidFill>
                    <a:schemeClr val="accent2"/>
                  </a:solidFill>
                </a:defRPr>
              </a:lvl1pPr>
            </a:lstStyle>
            <a:p>
              <a:r>
                <a:rPr lang="fr-FR" dirty="0">
                  <a:latin typeface="Arial" panose="020B0604020202020204" pitchFamily="34" charset="0"/>
                  <a:cs typeface="Arial" panose="020B0604020202020204" pitchFamily="34" charset="0"/>
                </a:rPr>
                <a:t>191 W</a:t>
              </a:r>
            </a:p>
          </p:txBody>
        </p:sp>
        <p:sp>
          <p:nvSpPr>
            <p:cNvPr id="16" name="ZoneTexte 15">
              <a:extLst>
                <a:ext uri="{FF2B5EF4-FFF2-40B4-BE49-F238E27FC236}">
                  <a16:creationId xmlns:a16="http://schemas.microsoft.com/office/drawing/2014/main" id="{B2E8991D-F101-939D-AFA5-01A73FD4F0C9}"/>
                </a:ext>
              </a:extLst>
            </p:cNvPr>
            <p:cNvSpPr txBox="1"/>
            <p:nvPr/>
          </p:nvSpPr>
          <p:spPr>
            <a:xfrm>
              <a:off x="4622291" y="4905775"/>
              <a:ext cx="60305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fr-FR"/>
              </a:defPPr>
              <a:lvl1pPr>
                <a:defRPr sz="1400">
                  <a:solidFill>
                    <a:schemeClr val="accent2"/>
                  </a:solidFill>
                </a:defRPr>
              </a:lvl1pPr>
            </a:lstStyle>
            <a:p>
              <a:r>
                <a:rPr lang="fr-FR" sz="1100" dirty="0">
                  <a:latin typeface="Arial" panose="020B0604020202020204" pitchFamily="34" charset="0"/>
                  <a:cs typeface="Arial" panose="020B0604020202020204" pitchFamily="34" charset="0"/>
                </a:rPr>
                <a:t>190</a:t>
              </a:r>
              <a:r>
                <a:rPr lang="fr-FR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fr-FR" sz="1100" dirty="0">
                  <a:latin typeface="Arial" panose="020B0604020202020204" pitchFamily="34" charset="0"/>
                  <a:cs typeface="Arial" panose="020B0604020202020204" pitchFamily="34" charset="0"/>
                </a:rPr>
                <a:t>W</a:t>
              </a:r>
              <a:endParaRPr lang="fr-FR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8" name="ZoneTexte 17">
              <a:extLst>
                <a:ext uri="{FF2B5EF4-FFF2-40B4-BE49-F238E27FC236}">
                  <a16:creationId xmlns:a16="http://schemas.microsoft.com/office/drawing/2014/main" id="{BBAF7C19-38B8-A1D2-5BFE-4122ECF96344}"/>
                </a:ext>
              </a:extLst>
            </p:cNvPr>
            <p:cNvSpPr txBox="1"/>
            <p:nvPr/>
          </p:nvSpPr>
          <p:spPr>
            <a:xfrm>
              <a:off x="6125154" y="2838279"/>
              <a:ext cx="724878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1100" dirty="0">
                  <a:solidFill>
                    <a:schemeClr val="accent2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445*2 W</a:t>
              </a:r>
            </a:p>
          </p:txBody>
        </p:sp>
        <p:sp>
          <p:nvSpPr>
            <p:cNvPr id="20" name="ZoneTexte 19">
              <a:extLst>
                <a:ext uri="{FF2B5EF4-FFF2-40B4-BE49-F238E27FC236}">
                  <a16:creationId xmlns:a16="http://schemas.microsoft.com/office/drawing/2014/main" id="{0F165808-3BD0-C1FB-9EC0-9ED8F7035E7C}"/>
                </a:ext>
              </a:extLst>
            </p:cNvPr>
            <p:cNvSpPr txBox="1"/>
            <p:nvPr/>
          </p:nvSpPr>
          <p:spPr>
            <a:xfrm>
              <a:off x="3666640" y="3913466"/>
              <a:ext cx="841897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fr-FR"/>
              </a:defPPr>
              <a:lvl1pPr>
                <a:defRPr sz="1400">
                  <a:solidFill>
                    <a:schemeClr val="accent2"/>
                  </a:solidFill>
                </a:defRPr>
              </a:lvl1pPr>
            </a:lstStyle>
            <a:p>
              <a:r>
                <a:rPr lang="fr-FR" sz="1100" dirty="0">
                  <a:latin typeface="Arial" panose="020B0604020202020204" pitchFamily="34" charset="0"/>
                  <a:cs typeface="Arial" panose="020B0604020202020204" pitchFamily="34" charset="0"/>
                </a:rPr>
                <a:t>337.5*2 W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2435506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Groupe 41">
            <a:extLst>
              <a:ext uri="{FF2B5EF4-FFF2-40B4-BE49-F238E27FC236}">
                <a16:creationId xmlns:a16="http://schemas.microsoft.com/office/drawing/2014/main" id="{1AD21FEA-9E58-AB38-8BD6-B04CD456F2E2}"/>
              </a:ext>
            </a:extLst>
          </p:cNvPr>
          <p:cNvGrpSpPr/>
          <p:nvPr/>
        </p:nvGrpSpPr>
        <p:grpSpPr>
          <a:xfrm>
            <a:off x="1733094" y="748590"/>
            <a:ext cx="5074783" cy="3688531"/>
            <a:chOff x="1733094" y="748590"/>
            <a:chExt cx="5074783" cy="3688531"/>
          </a:xfrm>
        </p:grpSpPr>
        <p:grpSp>
          <p:nvGrpSpPr>
            <p:cNvPr id="7" name="Groupe 6">
              <a:extLst>
                <a:ext uri="{FF2B5EF4-FFF2-40B4-BE49-F238E27FC236}">
                  <a16:creationId xmlns:a16="http://schemas.microsoft.com/office/drawing/2014/main" id="{2764C442-AD40-56D7-B3EB-E5FA199A9679}"/>
                </a:ext>
              </a:extLst>
            </p:cNvPr>
            <p:cNvGrpSpPr/>
            <p:nvPr/>
          </p:nvGrpSpPr>
          <p:grpSpPr>
            <a:xfrm>
              <a:off x="2736562" y="749300"/>
              <a:ext cx="1797633" cy="3497384"/>
              <a:chOff x="2736562" y="1366684"/>
              <a:chExt cx="1797633" cy="2880000"/>
            </a:xfrm>
          </p:grpSpPr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4DB96345-948C-FCB7-DB28-721A41378137}"/>
                  </a:ext>
                </a:extLst>
              </p:cNvPr>
              <p:cNvSpPr/>
              <p:nvPr/>
            </p:nvSpPr>
            <p:spPr>
              <a:xfrm>
                <a:off x="2736562" y="1366684"/>
                <a:ext cx="1331580" cy="28800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dirty="0"/>
              </a:p>
            </p:txBody>
          </p:sp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CA63D634-B8DD-81CD-C1E5-41ED1F7CEF77}"/>
                  </a:ext>
                </a:extLst>
              </p:cNvPr>
              <p:cNvSpPr/>
              <p:nvPr/>
            </p:nvSpPr>
            <p:spPr>
              <a:xfrm>
                <a:off x="4068142" y="1366684"/>
                <a:ext cx="332895" cy="2880000"/>
              </a:xfrm>
              <a:prstGeom prst="rect">
                <a:avLst/>
              </a:prstGeom>
              <a:solidFill>
                <a:schemeClr val="accent6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dirty="0">
                  <a:highlight>
                    <a:srgbClr val="FFFF00"/>
                  </a:highlight>
                </a:endParaRPr>
              </a:p>
            </p:txBody>
          </p:sp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7806EE60-D007-9708-17E7-E5C7DF6EDFF3}"/>
                  </a:ext>
                </a:extLst>
              </p:cNvPr>
              <p:cNvSpPr/>
              <p:nvPr/>
            </p:nvSpPr>
            <p:spPr>
              <a:xfrm>
                <a:off x="4401037" y="1366684"/>
                <a:ext cx="133158" cy="2880000"/>
              </a:xfrm>
              <a:prstGeom prst="rect">
                <a:avLst/>
              </a:prstGeom>
              <a:solidFill>
                <a:schemeClr val="accent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dirty="0"/>
              </a:p>
            </p:txBody>
          </p:sp>
        </p:grpSp>
        <p:cxnSp>
          <p:nvCxnSpPr>
            <p:cNvPr id="9" name="Connecteur droit 8">
              <a:extLst>
                <a:ext uri="{FF2B5EF4-FFF2-40B4-BE49-F238E27FC236}">
                  <a16:creationId xmlns:a16="http://schemas.microsoft.com/office/drawing/2014/main" id="{0773B754-5369-3CE4-1767-004BE8FEEFE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240280" y="3688080"/>
              <a:ext cx="496282" cy="6096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" name="Connecteur droit 9">
              <a:extLst>
                <a:ext uri="{FF2B5EF4-FFF2-40B4-BE49-F238E27FC236}">
                  <a16:creationId xmlns:a16="http://schemas.microsoft.com/office/drawing/2014/main" id="{89B03A1E-4E6C-FA74-59AB-2CFA5C145AB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745164" y="3429000"/>
              <a:ext cx="1322978" cy="25908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3" name="Connecteur droit 12">
              <a:extLst>
                <a:ext uri="{FF2B5EF4-FFF2-40B4-BE49-F238E27FC236}">
                  <a16:creationId xmlns:a16="http://schemas.microsoft.com/office/drawing/2014/main" id="{E891EAE3-C2FE-72AF-2879-0B7EF28DF4C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059540" y="2171700"/>
              <a:ext cx="319870" cy="125730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Connecteur droit 15">
              <a:extLst>
                <a:ext uri="{FF2B5EF4-FFF2-40B4-BE49-F238E27FC236}">
                  <a16:creationId xmlns:a16="http://schemas.microsoft.com/office/drawing/2014/main" id="{D2B5ED51-9FAB-CFF3-D006-D36A895A859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379410" y="2087880"/>
              <a:ext cx="154785" cy="8382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Connecteur droit 18">
              <a:extLst>
                <a:ext uri="{FF2B5EF4-FFF2-40B4-BE49-F238E27FC236}">
                  <a16:creationId xmlns:a16="http://schemas.microsoft.com/office/drawing/2014/main" id="{0DB33351-FF35-F4B4-6A1B-062DE44458D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534195" y="1943100"/>
              <a:ext cx="662645" cy="14478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2" name="ZoneTexte 21">
              <a:extLst>
                <a:ext uri="{FF2B5EF4-FFF2-40B4-BE49-F238E27FC236}">
                  <a16:creationId xmlns:a16="http://schemas.microsoft.com/office/drawing/2014/main" id="{1A6A485C-CAC0-9BC2-E1BB-CA53ADCEE13E}"/>
                </a:ext>
              </a:extLst>
            </p:cNvPr>
            <p:cNvSpPr txBox="1"/>
            <p:nvPr/>
          </p:nvSpPr>
          <p:spPr>
            <a:xfrm>
              <a:off x="5163920" y="1783206"/>
              <a:ext cx="471604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1050" dirty="0"/>
                <a:t>20°C</a:t>
              </a:r>
            </a:p>
          </p:txBody>
        </p:sp>
        <p:sp>
          <p:nvSpPr>
            <p:cNvPr id="23" name="ZoneTexte 22">
              <a:extLst>
                <a:ext uri="{FF2B5EF4-FFF2-40B4-BE49-F238E27FC236}">
                  <a16:creationId xmlns:a16="http://schemas.microsoft.com/office/drawing/2014/main" id="{7F2D0FAA-AB06-5A5A-5E37-F9E3707F86AE}"/>
                </a:ext>
              </a:extLst>
            </p:cNvPr>
            <p:cNvSpPr txBox="1"/>
            <p:nvPr/>
          </p:nvSpPr>
          <p:spPr>
            <a:xfrm>
              <a:off x="1733094" y="3688080"/>
              <a:ext cx="518091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1050" dirty="0"/>
                <a:t>-10°C</a:t>
              </a:r>
            </a:p>
          </p:txBody>
        </p:sp>
        <p:sp>
          <p:nvSpPr>
            <p:cNvPr id="24" name="ZoneTexte 23">
              <a:extLst>
                <a:ext uri="{FF2B5EF4-FFF2-40B4-BE49-F238E27FC236}">
                  <a16:creationId xmlns:a16="http://schemas.microsoft.com/office/drawing/2014/main" id="{13BC16B1-0B0C-3B12-19E0-BB4C69C4AAB9}"/>
                </a:ext>
              </a:extLst>
            </p:cNvPr>
            <p:cNvSpPr txBox="1"/>
            <p:nvPr/>
          </p:nvSpPr>
          <p:spPr>
            <a:xfrm>
              <a:off x="2457727" y="3464644"/>
              <a:ext cx="556563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1050" dirty="0"/>
                <a:t>-9,3°C</a:t>
              </a:r>
            </a:p>
          </p:txBody>
        </p:sp>
        <p:sp>
          <p:nvSpPr>
            <p:cNvPr id="25" name="ZoneTexte 24">
              <a:extLst>
                <a:ext uri="{FF2B5EF4-FFF2-40B4-BE49-F238E27FC236}">
                  <a16:creationId xmlns:a16="http://schemas.microsoft.com/office/drawing/2014/main" id="{A60FB4EC-8961-71DE-4CA3-2BEE79D21313}"/>
                </a:ext>
              </a:extLst>
            </p:cNvPr>
            <p:cNvSpPr txBox="1"/>
            <p:nvPr/>
          </p:nvSpPr>
          <p:spPr>
            <a:xfrm>
              <a:off x="3776958" y="3403544"/>
              <a:ext cx="556563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1050" dirty="0"/>
                <a:t>-7,2°C</a:t>
              </a:r>
            </a:p>
          </p:txBody>
        </p:sp>
        <p:sp>
          <p:nvSpPr>
            <p:cNvPr id="26" name="ZoneTexte 25">
              <a:extLst>
                <a:ext uri="{FF2B5EF4-FFF2-40B4-BE49-F238E27FC236}">
                  <a16:creationId xmlns:a16="http://schemas.microsoft.com/office/drawing/2014/main" id="{0106C6E6-99C9-952B-07CE-C32361AF9C8E}"/>
                </a:ext>
              </a:extLst>
            </p:cNvPr>
            <p:cNvSpPr txBox="1"/>
            <p:nvPr/>
          </p:nvSpPr>
          <p:spPr>
            <a:xfrm>
              <a:off x="3871550" y="2044742"/>
              <a:ext cx="582211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1050" dirty="0"/>
                <a:t>17,5°C</a:t>
              </a:r>
            </a:p>
          </p:txBody>
        </p:sp>
        <p:sp>
          <p:nvSpPr>
            <p:cNvPr id="27" name="ZoneTexte 26">
              <a:extLst>
                <a:ext uri="{FF2B5EF4-FFF2-40B4-BE49-F238E27FC236}">
                  <a16:creationId xmlns:a16="http://schemas.microsoft.com/office/drawing/2014/main" id="{6A03283C-46DC-0A2F-6974-D3F6456CC793}"/>
                </a:ext>
              </a:extLst>
            </p:cNvPr>
            <p:cNvSpPr txBox="1"/>
            <p:nvPr/>
          </p:nvSpPr>
          <p:spPr>
            <a:xfrm>
              <a:off x="4329274" y="1884806"/>
              <a:ext cx="582211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1050" dirty="0"/>
                <a:t>18,1°C</a:t>
              </a:r>
            </a:p>
          </p:txBody>
        </p:sp>
        <p:sp>
          <p:nvSpPr>
            <p:cNvPr id="28" name="ZoneTexte 27">
              <a:extLst>
                <a:ext uri="{FF2B5EF4-FFF2-40B4-BE49-F238E27FC236}">
                  <a16:creationId xmlns:a16="http://schemas.microsoft.com/office/drawing/2014/main" id="{F7BB8399-C38C-D574-1C82-84CFE5207783}"/>
                </a:ext>
              </a:extLst>
            </p:cNvPr>
            <p:cNvSpPr txBox="1"/>
            <p:nvPr/>
          </p:nvSpPr>
          <p:spPr>
            <a:xfrm rot="16200000">
              <a:off x="2824886" y="1148990"/>
              <a:ext cx="1023037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1050" dirty="0"/>
                <a:t>Parpaing 0,2m</a:t>
              </a:r>
            </a:p>
          </p:txBody>
        </p:sp>
        <p:sp>
          <p:nvSpPr>
            <p:cNvPr id="29" name="ZoneTexte 28">
              <a:extLst>
                <a:ext uri="{FF2B5EF4-FFF2-40B4-BE49-F238E27FC236}">
                  <a16:creationId xmlns:a16="http://schemas.microsoft.com/office/drawing/2014/main" id="{409467AE-691D-4047-1B9E-EB9AF385DB5B}"/>
                </a:ext>
              </a:extLst>
            </p:cNvPr>
            <p:cNvSpPr txBox="1"/>
            <p:nvPr/>
          </p:nvSpPr>
          <p:spPr>
            <a:xfrm rot="16200000">
              <a:off x="3590706" y="1250971"/>
              <a:ext cx="1258678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1050" dirty="0"/>
                <a:t>Polystyrène 0,05m</a:t>
              </a:r>
            </a:p>
          </p:txBody>
        </p:sp>
        <p:sp>
          <p:nvSpPr>
            <p:cNvPr id="30" name="ZoneTexte 29">
              <a:extLst>
                <a:ext uri="{FF2B5EF4-FFF2-40B4-BE49-F238E27FC236}">
                  <a16:creationId xmlns:a16="http://schemas.microsoft.com/office/drawing/2014/main" id="{F5C62A59-9FDA-5E5E-2E20-AE8D90ACD23F}"/>
                </a:ext>
              </a:extLst>
            </p:cNvPr>
            <p:cNvSpPr txBox="1"/>
            <p:nvPr/>
          </p:nvSpPr>
          <p:spPr>
            <a:xfrm rot="16200000">
              <a:off x="4008045" y="1100099"/>
              <a:ext cx="925253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1050" dirty="0"/>
                <a:t>Plâtre 0,02m</a:t>
              </a:r>
            </a:p>
          </p:txBody>
        </p:sp>
        <p:sp>
          <p:nvSpPr>
            <p:cNvPr id="31" name="ZoneTexte 30">
              <a:extLst>
                <a:ext uri="{FF2B5EF4-FFF2-40B4-BE49-F238E27FC236}">
                  <a16:creationId xmlns:a16="http://schemas.microsoft.com/office/drawing/2014/main" id="{09C1A312-1A01-9460-33FC-D819D8D17A3B}"/>
                </a:ext>
              </a:extLst>
            </p:cNvPr>
            <p:cNvSpPr txBox="1"/>
            <p:nvPr/>
          </p:nvSpPr>
          <p:spPr>
            <a:xfrm rot="16200000">
              <a:off x="2376412" y="2191184"/>
              <a:ext cx="518091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1050" dirty="0"/>
                <a:t>10 m²</a:t>
              </a:r>
            </a:p>
          </p:txBody>
        </p:sp>
        <p:sp>
          <p:nvSpPr>
            <p:cNvPr id="32" name="ZoneTexte 31">
              <a:extLst>
                <a:ext uri="{FF2B5EF4-FFF2-40B4-BE49-F238E27FC236}">
                  <a16:creationId xmlns:a16="http://schemas.microsoft.com/office/drawing/2014/main" id="{73C62EED-D7DE-66CB-76C8-E087D04E6B5E}"/>
                </a:ext>
              </a:extLst>
            </p:cNvPr>
            <p:cNvSpPr txBox="1"/>
            <p:nvPr/>
          </p:nvSpPr>
          <p:spPr>
            <a:xfrm rot="16200000">
              <a:off x="1866364" y="2501277"/>
              <a:ext cx="659155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1050" dirty="0"/>
                <a:t>148,7 W</a:t>
              </a:r>
            </a:p>
          </p:txBody>
        </p:sp>
        <p:sp>
          <p:nvSpPr>
            <p:cNvPr id="33" name="Flèche : droite 32">
              <a:extLst>
                <a:ext uri="{FF2B5EF4-FFF2-40B4-BE49-F238E27FC236}">
                  <a16:creationId xmlns:a16="http://schemas.microsoft.com/office/drawing/2014/main" id="{752B9085-4713-25DD-87FE-E1CD863FB7BA}"/>
                </a:ext>
              </a:extLst>
            </p:cNvPr>
            <p:cNvSpPr/>
            <p:nvPr/>
          </p:nvSpPr>
          <p:spPr>
            <a:xfrm rot="10622480">
              <a:off x="2301032" y="2464783"/>
              <a:ext cx="483057" cy="275792"/>
            </a:xfrm>
            <a:prstGeom prst="rightArrow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1" name="ZoneTexte 40">
              <a:extLst>
                <a:ext uri="{FF2B5EF4-FFF2-40B4-BE49-F238E27FC236}">
                  <a16:creationId xmlns:a16="http://schemas.microsoft.com/office/drawing/2014/main" id="{C4BC200B-EE31-C416-9BDB-8C216944AEBD}"/>
                </a:ext>
              </a:extLst>
            </p:cNvPr>
            <p:cNvSpPr txBox="1"/>
            <p:nvPr/>
          </p:nvSpPr>
          <p:spPr>
            <a:xfrm>
              <a:off x="2260512" y="4183205"/>
              <a:ext cx="4547365" cy="25391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 sz="1050" dirty="0"/>
                <a:t>0,043 +                   0,142+            1,667 + 0,04 + 0,125 = 2,017 m².°C/W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78797220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" name="Groupe 30">
            <a:extLst>
              <a:ext uri="{FF2B5EF4-FFF2-40B4-BE49-F238E27FC236}">
                <a16:creationId xmlns:a16="http://schemas.microsoft.com/office/drawing/2014/main" id="{44CE9A8D-13D1-5E06-9D4C-726350940C51}"/>
              </a:ext>
            </a:extLst>
          </p:cNvPr>
          <p:cNvGrpSpPr/>
          <p:nvPr/>
        </p:nvGrpSpPr>
        <p:grpSpPr>
          <a:xfrm>
            <a:off x="2910348" y="914653"/>
            <a:ext cx="6676104" cy="3578946"/>
            <a:chOff x="2910348" y="914653"/>
            <a:chExt cx="6676104" cy="3578946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FF7CA384-9261-4B2F-C031-5C7D1CDE3837}"/>
                </a:ext>
              </a:extLst>
            </p:cNvPr>
            <p:cNvSpPr/>
            <p:nvPr/>
          </p:nvSpPr>
          <p:spPr>
            <a:xfrm>
              <a:off x="3775587" y="2261419"/>
              <a:ext cx="5043948" cy="144000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84BDC965-07A7-2833-DF1D-962DEC5A7C38}"/>
                </a:ext>
              </a:extLst>
            </p:cNvPr>
            <p:cNvSpPr/>
            <p:nvPr/>
          </p:nvSpPr>
          <p:spPr>
            <a:xfrm>
              <a:off x="3775587" y="2103794"/>
              <a:ext cx="5043948" cy="144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902813AF-539A-30C0-ADA3-930E170BFAC5}"/>
                </a:ext>
              </a:extLst>
            </p:cNvPr>
            <p:cNvSpPr/>
            <p:nvPr/>
          </p:nvSpPr>
          <p:spPr>
            <a:xfrm>
              <a:off x="3775587" y="1727922"/>
              <a:ext cx="5043948" cy="360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>
                <a:solidFill>
                  <a:srgbClr val="FF0000"/>
                </a:solidFill>
              </a:endParaRP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958D7A05-E15E-AFC5-F4C2-4F42867CACBF}"/>
                </a:ext>
              </a:extLst>
            </p:cNvPr>
            <p:cNvSpPr/>
            <p:nvPr/>
          </p:nvSpPr>
          <p:spPr>
            <a:xfrm>
              <a:off x="3775587" y="3706764"/>
              <a:ext cx="5043948" cy="144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A849B0C0-04C9-F3C7-602A-7C358B22F98C}"/>
                </a:ext>
              </a:extLst>
            </p:cNvPr>
            <p:cNvSpPr/>
            <p:nvPr/>
          </p:nvSpPr>
          <p:spPr>
            <a:xfrm>
              <a:off x="3775587" y="3860596"/>
              <a:ext cx="5043948" cy="324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cxnSp>
          <p:nvCxnSpPr>
            <p:cNvPr id="10" name="Connecteur droit 9">
              <a:extLst>
                <a:ext uri="{FF2B5EF4-FFF2-40B4-BE49-F238E27FC236}">
                  <a16:creationId xmlns:a16="http://schemas.microsoft.com/office/drawing/2014/main" id="{3DEC641D-5DB9-A13E-672F-02784861F272}"/>
                </a:ext>
              </a:extLst>
            </p:cNvPr>
            <p:cNvCxnSpPr>
              <a:cxnSpLocks/>
            </p:cNvCxnSpPr>
            <p:nvPr/>
          </p:nvCxnSpPr>
          <p:spPr>
            <a:xfrm>
              <a:off x="2910348" y="2989007"/>
              <a:ext cx="6676104" cy="0"/>
            </a:xfrm>
            <a:prstGeom prst="line">
              <a:avLst/>
            </a:prstGeom>
            <a:ln>
              <a:prstDash val="lgDashDot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4" name="Connecteur droit avec flèche 13">
              <a:extLst>
                <a:ext uri="{FF2B5EF4-FFF2-40B4-BE49-F238E27FC236}">
                  <a16:creationId xmlns:a16="http://schemas.microsoft.com/office/drawing/2014/main" id="{D0C2B624-CF2B-75D8-B438-D196DBFF52AD}"/>
                </a:ext>
              </a:extLst>
            </p:cNvPr>
            <p:cNvCxnSpPr>
              <a:cxnSpLocks/>
            </p:cNvCxnSpPr>
            <p:nvPr/>
          </p:nvCxnSpPr>
          <p:spPr>
            <a:xfrm>
              <a:off x="3667432" y="2113626"/>
              <a:ext cx="0" cy="1746970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ZoneTexte 16">
              <a:extLst>
                <a:ext uri="{FF2B5EF4-FFF2-40B4-BE49-F238E27FC236}">
                  <a16:creationId xmlns:a16="http://schemas.microsoft.com/office/drawing/2014/main" id="{80E64579-F4DF-FFC9-1360-A33281432025}"/>
                </a:ext>
              </a:extLst>
            </p:cNvPr>
            <p:cNvSpPr txBox="1"/>
            <p:nvPr/>
          </p:nvSpPr>
          <p:spPr>
            <a:xfrm>
              <a:off x="2914550" y="2591464"/>
              <a:ext cx="64472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1200" dirty="0"/>
                <a:t>DN=80</a:t>
              </a:r>
            </a:p>
          </p:txBody>
        </p:sp>
        <p:sp>
          <p:nvSpPr>
            <p:cNvPr id="18" name="ZoneTexte 17">
              <a:extLst>
                <a:ext uri="{FF2B5EF4-FFF2-40B4-BE49-F238E27FC236}">
                  <a16:creationId xmlns:a16="http://schemas.microsoft.com/office/drawing/2014/main" id="{83AC6062-23A6-BDC8-1306-A43E3C23D925}"/>
                </a:ext>
              </a:extLst>
            </p:cNvPr>
            <p:cNvSpPr txBox="1"/>
            <p:nvPr/>
          </p:nvSpPr>
          <p:spPr>
            <a:xfrm>
              <a:off x="5579672" y="3024916"/>
              <a:ext cx="1032655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1200" dirty="0" err="1"/>
                <a:t>fluid</a:t>
              </a:r>
              <a:r>
                <a:rPr lang="fr-FR" sz="1200" dirty="0"/>
                <a:t>=‘water’</a:t>
              </a:r>
            </a:p>
            <a:p>
              <a:r>
                <a:rPr lang="fr-FR" sz="1200" dirty="0" err="1"/>
                <a:t>T_fluid</a:t>
              </a:r>
              <a:r>
                <a:rPr lang="fr-FR" sz="1200" dirty="0"/>
                <a:t>=70°C</a:t>
              </a:r>
            </a:p>
            <a:p>
              <a:r>
                <a:rPr lang="fr-FR" sz="1200" dirty="0"/>
                <a:t>F_m3h=20</a:t>
              </a:r>
            </a:p>
          </p:txBody>
        </p:sp>
        <p:sp>
          <p:nvSpPr>
            <p:cNvPr id="19" name="ZoneTexte 18">
              <a:extLst>
                <a:ext uri="{FF2B5EF4-FFF2-40B4-BE49-F238E27FC236}">
                  <a16:creationId xmlns:a16="http://schemas.microsoft.com/office/drawing/2014/main" id="{6194947A-237A-056D-2030-BB9B04F37491}"/>
                </a:ext>
              </a:extLst>
            </p:cNvPr>
            <p:cNvSpPr txBox="1"/>
            <p:nvPr/>
          </p:nvSpPr>
          <p:spPr>
            <a:xfrm>
              <a:off x="5863788" y="4216600"/>
              <a:ext cx="112723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1200" dirty="0" err="1"/>
                <a:t>L_tube</a:t>
              </a:r>
              <a:r>
                <a:rPr lang="fr-FR" sz="1200" dirty="0"/>
                <a:t>=500 m</a:t>
              </a:r>
            </a:p>
          </p:txBody>
        </p:sp>
        <p:sp>
          <p:nvSpPr>
            <p:cNvPr id="21" name="ZoneTexte 20">
              <a:extLst>
                <a:ext uri="{FF2B5EF4-FFF2-40B4-BE49-F238E27FC236}">
                  <a16:creationId xmlns:a16="http://schemas.microsoft.com/office/drawing/2014/main" id="{2FB627EB-F0EA-7E33-E10D-DDAE3C09E28D}"/>
                </a:ext>
              </a:extLst>
            </p:cNvPr>
            <p:cNvSpPr txBox="1"/>
            <p:nvPr/>
          </p:nvSpPr>
          <p:spPr>
            <a:xfrm>
              <a:off x="5205059" y="3629763"/>
              <a:ext cx="2378098" cy="27315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ts val="1425"/>
                </a:lnSpc>
              </a:pPr>
              <a:r>
                <a:rPr lang="fr-FR" sz="1200" b="0" dirty="0" err="1">
                  <a:solidFill>
                    <a:srgbClr val="9CDCFE"/>
                  </a:solidFill>
                  <a:effectLst/>
                  <a:latin typeface="Consolas" panose="020B0609020204030204" pitchFamily="49" charset="0"/>
                </a:rPr>
                <a:t>material</a:t>
              </a:r>
              <a:r>
                <a:rPr lang="fr-FR" sz="1200" b="0" dirty="0">
                  <a:solidFill>
                    <a:srgbClr val="D4D4D4"/>
                  </a:solidFill>
                  <a:effectLst/>
                  <a:latin typeface="Consolas" panose="020B0609020204030204" pitchFamily="49" charset="0"/>
                </a:rPr>
                <a:t>=</a:t>
              </a:r>
              <a:r>
                <a:rPr lang="fr-FR" sz="1200" b="0" dirty="0">
                  <a:solidFill>
                    <a:srgbClr val="CE9178"/>
                  </a:solidFill>
                  <a:effectLst/>
                  <a:latin typeface="Consolas" panose="020B0609020204030204" pitchFamily="49" charset="0"/>
                </a:rPr>
                <a:t>'Acier'</a:t>
              </a:r>
              <a:endParaRPr lang="fr-F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endParaRPr>
            </a:p>
          </p:txBody>
        </p:sp>
        <p:sp>
          <p:nvSpPr>
            <p:cNvPr id="23" name="ZoneTexte 22">
              <a:extLst>
                <a:ext uri="{FF2B5EF4-FFF2-40B4-BE49-F238E27FC236}">
                  <a16:creationId xmlns:a16="http://schemas.microsoft.com/office/drawing/2014/main" id="{F0BAB0BB-4B74-2A2A-BE4F-5CB2BE62614C}"/>
                </a:ext>
              </a:extLst>
            </p:cNvPr>
            <p:cNvSpPr txBox="1"/>
            <p:nvPr/>
          </p:nvSpPr>
          <p:spPr>
            <a:xfrm>
              <a:off x="4759273" y="1786241"/>
              <a:ext cx="3076575" cy="27315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ts val="1425"/>
                </a:lnSpc>
              </a:pPr>
              <a:r>
                <a:rPr lang="fr-FR" sz="1200" b="0" dirty="0">
                  <a:solidFill>
                    <a:srgbClr val="9CDCFE"/>
                  </a:solidFill>
                  <a:effectLst/>
                  <a:latin typeface="Consolas" panose="020B0609020204030204" pitchFamily="49" charset="0"/>
                </a:rPr>
                <a:t>insulation</a:t>
              </a:r>
              <a:r>
                <a:rPr lang="fr-FR" sz="1200" b="0" dirty="0">
                  <a:solidFill>
                    <a:srgbClr val="D4D4D4"/>
                  </a:solidFill>
                  <a:effectLst/>
                  <a:latin typeface="Consolas" panose="020B0609020204030204" pitchFamily="49" charset="0"/>
                </a:rPr>
                <a:t>=</a:t>
              </a:r>
              <a:r>
                <a:rPr lang="fr-FR" sz="1200" b="0" dirty="0">
                  <a:solidFill>
                    <a:srgbClr val="FF0000"/>
                  </a:solidFill>
                  <a:effectLst/>
                  <a:latin typeface="Consolas" panose="020B0609020204030204" pitchFamily="49" charset="0"/>
                </a:rPr>
                <a:t>'laine </a:t>
              </a:r>
              <a:r>
                <a:rPr lang="fr-FR" sz="1200" dirty="0">
                  <a:solidFill>
                    <a:srgbClr val="FF0000"/>
                  </a:solidFill>
                  <a:latin typeface="Consolas" panose="020B0609020204030204" pitchFamily="49" charset="0"/>
                </a:rPr>
                <a:t>minérale</a:t>
              </a:r>
              <a:r>
                <a:rPr lang="fr-FR" sz="1200" b="0" dirty="0">
                  <a:solidFill>
                    <a:srgbClr val="FF0000"/>
                  </a:solidFill>
                  <a:effectLst/>
                  <a:latin typeface="Consolas" panose="020B0609020204030204" pitchFamily="49" charset="0"/>
                </a:rPr>
                <a:t>'</a:t>
              </a:r>
            </a:p>
          </p:txBody>
        </p:sp>
        <p:cxnSp>
          <p:nvCxnSpPr>
            <p:cNvPr id="27" name="Connecteur droit avec flèche 26">
              <a:extLst>
                <a:ext uri="{FF2B5EF4-FFF2-40B4-BE49-F238E27FC236}">
                  <a16:creationId xmlns:a16="http://schemas.microsoft.com/office/drawing/2014/main" id="{54E16171-74F8-BDE1-F569-ADD3E9936A89}"/>
                </a:ext>
              </a:extLst>
            </p:cNvPr>
            <p:cNvCxnSpPr/>
            <p:nvPr/>
          </p:nvCxnSpPr>
          <p:spPr>
            <a:xfrm>
              <a:off x="8856049" y="3860596"/>
              <a:ext cx="0" cy="324000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ZoneTexte 28">
              <a:extLst>
                <a:ext uri="{FF2B5EF4-FFF2-40B4-BE49-F238E27FC236}">
                  <a16:creationId xmlns:a16="http://schemas.microsoft.com/office/drawing/2014/main" id="{FB94D4E0-F34F-8728-FA6C-AEEB08876245}"/>
                </a:ext>
              </a:extLst>
            </p:cNvPr>
            <p:cNvSpPr txBox="1"/>
            <p:nvPr/>
          </p:nvSpPr>
          <p:spPr>
            <a:xfrm>
              <a:off x="6394108" y="3850129"/>
              <a:ext cx="2626698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200" dirty="0" err="1">
                  <a:solidFill>
                    <a:srgbClr val="9CDCFE"/>
                  </a:solidFill>
                  <a:latin typeface="Consolas" panose="020B0609020204030204" pitchFamily="49" charset="0"/>
                </a:rPr>
                <a:t>insulation_thickness</a:t>
              </a:r>
              <a:r>
                <a:rPr lang="en-US" sz="1200" dirty="0">
                  <a:solidFill>
                    <a:srgbClr val="D4D4D4"/>
                  </a:solidFill>
                  <a:latin typeface="Consolas" panose="020B0609020204030204" pitchFamily="49" charset="0"/>
                </a:rPr>
                <a:t>=</a:t>
              </a:r>
              <a:r>
                <a:rPr lang="en-US" sz="1200" dirty="0">
                  <a:solidFill>
                    <a:srgbClr val="FF0000"/>
                  </a:solidFill>
                  <a:latin typeface="Consolas" panose="020B0609020204030204" pitchFamily="49" charset="0"/>
                </a:rPr>
                <a:t>0.04 m</a:t>
              </a:r>
              <a:endParaRPr lang="fr-FR" sz="1400" dirty="0">
                <a:solidFill>
                  <a:srgbClr val="FF0000"/>
                </a:solidFill>
                <a:latin typeface="Consolas" panose="020B0609020204030204" pitchFamily="49" charset="0"/>
              </a:endParaRPr>
            </a:p>
          </p:txBody>
        </p:sp>
        <p:sp>
          <p:nvSpPr>
            <p:cNvPr id="30" name="ZoneTexte 29">
              <a:extLst>
                <a:ext uri="{FF2B5EF4-FFF2-40B4-BE49-F238E27FC236}">
                  <a16:creationId xmlns:a16="http://schemas.microsoft.com/office/drawing/2014/main" id="{A5C6F7CD-5D75-B631-ACC0-9AE4EEFBC8BB}"/>
                </a:ext>
              </a:extLst>
            </p:cNvPr>
            <p:cNvSpPr txBox="1"/>
            <p:nvPr/>
          </p:nvSpPr>
          <p:spPr>
            <a:xfrm>
              <a:off x="5441557" y="914653"/>
              <a:ext cx="985847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1200" dirty="0" err="1"/>
                <a:t>Tamb</a:t>
              </a:r>
              <a:r>
                <a:rPr lang="fr-FR" sz="1200" dirty="0"/>
                <a:t>=20 °C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5172250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5" name="Groupe 64">
            <a:extLst>
              <a:ext uri="{FF2B5EF4-FFF2-40B4-BE49-F238E27FC236}">
                <a16:creationId xmlns:a16="http://schemas.microsoft.com/office/drawing/2014/main" id="{A2DC5EF5-B947-CAD9-81E8-84C5E9B69367}"/>
              </a:ext>
            </a:extLst>
          </p:cNvPr>
          <p:cNvGrpSpPr/>
          <p:nvPr/>
        </p:nvGrpSpPr>
        <p:grpSpPr>
          <a:xfrm>
            <a:off x="982795" y="2408271"/>
            <a:ext cx="10102710" cy="1795294"/>
            <a:chOff x="982795" y="2408271"/>
            <a:chExt cx="10102710" cy="1795294"/>
          </a:xfrm>
        </p:grpSpPr>
        <p:grpSp>
          <p:nvGrpSpPr>
            <p:cNvPr id="34" name="Groupe 33">
              <a:extLst>
                <a:ext uri="{FF2B5EF4-FFF2-40B4-BE49-F238E27FC236}">
                  <a16:creationId xmlns:a16="http://schemas.microsoft.com/office/drawing/2014/main" id="{03E1FA59-07C2-1253-6CBA-2419FDD3762D}"/>
                </a:ext>
              </a:extLst>
            </p:cNvPr>
            <p:cNvGrpSpPr/>
            <p:nvPr/>
          </p:nvGrpSpPr>
          <p:grpSpPr>
            <a:xfrm>
              <a:off x="3404483" y="2408271"/>
              <a:ext cx="5295948" cy="1746970"/>
              <a:chOff x="2243670" y="3525871"/>
              <a:chExt cx="5295948" cy="1746970"/>
            </a:xfrm>
          </p:grpSpPr>
          <p:grpSp>
            <p:nvGrpSpPr>
              <p:cNvPr id="22" name="Groupe 21">
                <a:extLst>
                  <a:ext uri="{FF2B5EF4-FFF2-40B4-BE49-F238E27FC236}">
                    <a16:creationId xmlns:a16="http://schemas.microsoft.com/office/drawing/2014/main" id="{CDF6488B-9FB7-2678-A0E7-DA6A7DEA1359}"/>
                  </a:ext>
                </a:extLst>
              </p:cNvPr>
              <p:cNvGrpSpPr/>
              <p:nvPr/>
            </p:nvGrpSpPr>
            <p:grpSpPr>
              <a:xfrm>
                <a:off x="2369670" y="3525871"/>
                <a:ext cx="5043948" cy="1746970"/>
                <a:chOff x="3775587" y="2103794"/>
                <a:chExt cx="5043948" cy="1746970"/>
              </a:xfrm>
            </p:grpSpPr>
            <p:sp>
              <p:nvSpPr>
                <p:cNvPr id="19" name="Rectangle 18">
                  <a:extLst>
                    <a:ext uri="{FF2B5EF4-FFF2-40B4-BE49-F238E27FC236}">
                      <a16:creationId xmlns:a16="http://schemas.microsoft.com/office/drawing/2014/main" id="{29F411F1-7F34-3CA5-3BC0-57DA91722F91}"/>
                    </a:ext>
                  </a:extLst>
                </p:cNvPr>
                <p:cNvSpPr/>
                <p:nvPr/>
              </p:nvSpPr>
              <p:spPr>
                <a:xfrm>
                  <a:off x="3775587" y="2261419"/>
                  <a:ext cx="5043948" cy="1440000"/>
                </a:xfrm>
                <a:prstGeom prst="rect">
                  <a:avLst/>
                </a:prstGeom>
                <a:solidFill>
                  <a:schemeClr val="accent1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/>
                </a:p>
              </p:txBody>
            </p:sp>
            <p:sp>
              <p:nvSpPr>
                <p:cNvPr id="20" name="Rectangle 19">
                  <a:extLst>
                    <a:ext uri="{FF2B5EF4-FFF2-40B4-BE49-F238E27FC236}">
                      <a16:creationId xmlns:a16="http://schemas.microsoft.com/office/drawing/2014/main" id="{029F4A8E-AEB4-D48C-6FC4-F2FB08916554}"/>
                    </a:ext>
                  </a:extLst>
                </p:cNvPr>
                <p:cNvSpPr/>
                <p:nvPr/>
              </p:nvSpPr>
              <p:spPr>
                <a:xfrm>
                  <a:off x="3775587" y="2103794"/>
                  <a:ext cx="5043948" cy="144000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/>
                </a:p>
              </p:txBody>
            </p:sp>
            <p:sp>
              <p:nvSpPr>
                <p:cNvPr id="21" name="Rectangle 20">
                  <a:extLst>
                    <a:ext uri="{FF2B5EF4-FFF2-40B4-BE49-F238E27FC236}">
                      <a16:creationId xmlns:a16="http://schemas.microsoft.com/office/drawing/2014/main" id="{24917456-031D-76B9-30CF-CB2222464AAA}"/>
                    </a:ext>
                  </a:extLst>
                </p:cNvPr>
                <p:cNvSpPr/>
                <p:nvPr/>
              </p:nvSpPr>
              <p:spPr>
                <a:xfrm>
                  <a:off x="3775587" y="3706764"/>
                  <a:ext cx="5043948" cy="144000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 dirty="0"/>
                </a:p>
              </p:txBody>
            </p:sp>
          </p:grpSp>
          <p:grpSp>
            <p:nvGrpSpPr>
              <p:cNvPr id="23" name="Groupe 22">
                <a:extLst>
                  <a:ext uri="{FF2B5EF4-FFF2-40B4-BE49-F238E27FC236}">
                    <a16:creationId xmlns:a16="http://schemas.microsoft.com/office/drawing/2014/main" id="{97F4453B-6E2D-5CCC-88BC-9F9440CF7FE2}"/>
                  </a:ext>
                </a:extLst>
              </p:cNvPr>
              <p:cNvGrpSpPr/>
              <p:nvPr/>
            </p:nvGrpSpPr>
            <p:grpSpPr>
              <a:xfrm>
                <a:off x="2243670" y="4277496"/>
                <a:ext cx="252000" cy="252000"/>
                <a:chOff x="7980618" y="3273675"/>
                <a:chExt cx="252000" cy="252000"/>
              </a:xfrm>
            </p:grpSpPr>
            <p:sp>
              <p:nvSpPr>
                <p:cNvPr id="24" name="Ellipse 23">
                  <a:extLst>
                    <a:ext uri="{FF2B5EF4-FFF2-40B4-BE49-F238E27FC236}">
                      <a16:creationId xmlns:a16="http://schemas.microsoft.com/office/drawing/2014/main" id="{B20E4939-B5CD-2D68-027C-91F01D9370E0}"/>
                    </a:ext>
                  </a:extLst>
                </p:cNvPr>
                <p:cNvSpPr/>
                <p:nvPr/>
              </p:nvSpPr>
              <p:spPr>
                <a:xfrm>
                  <a:off x="7980618" y="3273675"/>
                  <a:ext cx="252000" cy="252000"/>
                </a:xfrm>
                <a:prstGeom prst="ellipse">
                  <a:avLst/>
                </a:prstGeom>
                <a:ln>
                  <a:solidFill>
                    <a:schemeClr val="bg2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 dirty="0"/>
                </a:p>
              </p:txBody>
            </p:sp>
            <p:sp>
              <p:nvSpPr>
                <p:cNvPr id="25" name="Ellipse 24">
                  <a:extLst>
                    <a:ext uri="{FF2B5EF4-FFF2-40B4-BE49-F238E27FC236}">
                      <a16:creationId xmlns:a16="http://schemas.microsoft.com/office/drawing/2014/main" id="{20A808B5-8B6E-C093-C99B-8C4A1699B32E}"/>
                    </a:ext>
                  </a:extLst>
                </p:cNvPr>
                <p:cNvSpPr/>
                <p:nvPr/>
              </p:nvSpPr>
              <p:spPr>
                <a:xfrm>
                  <a:off x="8034618" y="3327675"/>
                  <a:ext cx="144000" cy="144000"/>
                </a:xfrm>
                <a:prstGeom prst="ellipse">
                  <a:avLst/>
                </a:prstGeom>
                <a:ln>
                  <a:noFill/>
                </a:ln>
              </p:spPr>
              <p:style>
                <a:lnRef idx="2">
                  <a:schemeClr val="accent1"/>
                </a:lnRef>
                <a:fillRef idx="1">
                  <a:schemeClr val="lt1"/>
                </a:fillRef>
                <a:effectRef idx="0">
                  <a:schemeClr val="accent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fr-FR" dirty="0"/>
                </a:p>
              </p:txBody>
            </p:sp>
          </p:grpSp>
          <p:grpSp>
            <p:nvGrpSpPr>
              <p:cNvPr id="26" name="Groupe 25">
                <a:extLst>
                  <a:ext uri="{FF2B5EF4-FFF2-40B4-BE49-F238E27FC236}">
                    <a16:creationId xmlns:a16="http://schemas.microsoft.com/office/drawing/2014/main" id="{EC9E6CD6-BED4-605E-503F-D8BF1551EB3D}"/>
                  </a:ext>
                </a:extLst>
              </p:cNvPr>
              <p:cNvGrpSpPr/>
              <p:nvPr/>
            </p:nvGrpSpPr>
            <p:grpSpPr>
              <a:xfrm>
                <a:off x="7287618" y="4277496"/>
                <a:ext cx="252000" cy="252000"/>
                <a:chOff x="7980618" y="3273675"/>
                <a:chExt cx="252000" cy="252000"/>
              </a:xfrm>
            </p:grpSpPr>
            <p:sp>
              <p:nvSpPr>
                <p:cNvPr id="27" name="Ellipse 26">
                  <a:extLst>
                    <a:ext uri="{FF2B5EF4-FFF2-40B4-BE49-F238E27FC236}">
                      <a16:creationId xmlns:a16="http://schemas.microsoft.com/office/drawing/2014/main" id="{43C5EF52-8355-5991-7071-1C1D72DFF283}"/>
                    </a:ext>
                  </a:extLst>
                </p:cNvPr>
                <p:cNvSpPr/>
                <p:nvPr/>
              </p:nvSpPr>
              <p:spPr>
                <a:xfrm>
                  <a:off x="7980618" y="3273675"/>
                  <a:ext cx="252000" cy="252000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solidFill>
                    <a:schemeClr val="bg2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 dirty="0"/>
                </a:p>
              </p:txBody>
            </p:sp>
            <p:sp>
              <p:nvSpPr>
                <p:cNvPr id="28" name="Ellipse 27">
                  <a:extLst>
                    <a:ext uri="{FF2B5EF4-FFF2-40B4-BE49-F238E27FC236}">
                      <a16:creationId xmlns:a16="http://schemas.microsoft.com/office/drawing/2014/main" id="{35A2A6F9-0735-9988-0C27-E378BBA99C56}"/>
                    </a:ext>
                  </a:extLst>
                </p:cNvPr>
                <p:cNvSpPr/>
                <p:nvPr/>
              </p:nvSpPr>
              <p:spPr>
                <a:xfrm>
                  <a:off x="8034618" y="3327675"/>
                  <a:ext cx="144000" cy="144000"/>
                </a:xfrm>
                <a:prstGeom prst="ellipse">
                  <a:avLst/>
                </a:prstGeom>
                <a:ln>
                  <a:noFill/>
                </a:ln>
              </p:spPr>
              <p:style>
                <a:lnRef idx="2">
                  <a:schemeClr val="accent1"/>
                </a:lnRef>
                <a:fillRef idx="1">
                  <a:schemeClr val="lt1"/>
                </a:fillRef>
                <a:effectRef idx="0">
                  <a:schemeClr val="accent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fr-FR" dirty="0"/>
                </a:p>
              </p:txBody>
            </p:sp>
          </p:grpSp>
        </p:grpSp>
        <p:grpSp>
          <p:nvGrpSpPr>
            <p:cNvPr id="33" name="Groupe 32">
              <a:extLst>
                <a:ext uri="{FF2B5EF4-FFF2-40B4-BE49-F238E27FC236}">
                  <a16:creationId xmlns:a16="http://schemas.microsoft.com/office/drawing/2014/main" id="{60F46626-C8E0-E4EC-70F4-ABB1C7884F59}"/>
                </a:ext>
              </a:extLst>
            </p:cNvPr>
            <p:cNvGrpSpPr/>
            <p:nvPr/>
          </p:nvGrpSpPr>
          <p:grpSpPr>
            <a:xfrm flipH="1">
              <a:off x="9694284" y="2745896"/>
              <a:ext cx="1206000" cy="1080000"/>
              <a:chOff x="2285508" y="2252130"/>
              <a:chExt cx="1206000" cy="1080000"/>
            </a:xfrm>
          </p:grpSpPr>
          <p:sp>
            <p:nvSpPr>
              <p:cNvPr id="6" name="Ellipse 5">
                <a:extLst>
                  <a:ext uri="{FF2B5EF4-FFF2-40B4-BE49-F238E27FC236}">
                    <a16:creationId xmlns:a16="http://schemas.microsoft.com/office/drawing/2014/main" id="{6BE85D7F-4FCA-6E9A-E447-015B4936D5A8}"/>
                  </a:ext>
                </a:extLst>
              </p:cNvPr>
              <p:cNvSpPr/>
              <p:nvPr/>
            </p:nvSpPr>
            <p:spPr>
              <a:xfrm>
                <a:off x="2285508" y="2252130"/>
                <a:ext cx="1080000" cy="1080000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dirty="0"/>
              </a:p>
            </p:txBody>
          </p:sp>
          <p:grpSp>
            <p:nvGrpSpPr>
              <p:cNvPr id="13" name="Groupe 12">
                <a:extLst>
                  <a:ext uri="{FF2B5EF4-FFF2-40B4-BE49-F238E27FC236}">
                    <a16:creationId xmlns:a16="http://schemas.microsoft.com/office/drawing/2014/main" id="{36FA6994-9C38-AE50-2054-9074D7295DD1}"/>
                  </a:ext>
                </a:extLst>
              </p:cNvPr>
              <p:cNvGrpSpPr/>
              <p:nvPr/>
            </p:nvGrpSpPr>
            <p:grpSpPr>
              <a:xfrm>
                <a:off x="3239508" y="2666130"/>
                <a:ext cx="252000" cy="252000"/>
                <a:chOff x="7980618" y="3273675"/>
                <a:chExt cx="252000" cy="252000"/>
              </a:xfrm>
            </p:grpSpPr>
            <p:sp>
              <p:nvSpPr>
                <p:cNvPr id="7" name="Ellipse 6">
                  <a:extLst>
                    <a:ext uri="{FF2B5EF4-FFF2-40B4-BE49-F238E27FC236}">
                      <a16:creationId xmlns:a16="http://schemas.microsoft.com/office/drawing/2014/main" id="{3C8285DD-86D4-256B-F3E4-6AF84937F837}"/>
                    </a:ext>
                  </a:extLst>
                </p:cNvPr>
                <p:cNvSpPr/>
                <p:nvPr/>
              </p:nvSpPr>
              <p:spPr>
                <a:xfrm>
                  <a:off x="7980618" y="3273675"/>
                  <a:ext cx="252000" cy="252000"/>
                </a:xfrm>
                <a:prstGeom prst="ellipse">
                  <a:avLst/>
                </a:prstGeom>
                <a:ln>
                  <a:solidFill>
                    <a:schemeClr val="bg2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 dirty="0"/>
                </a:p>
              </p:txBody>
            </p:sp>
            <p:sp>
              <p:nvSpPr>
                <p:cNvPr id="8" name="Ellipse 7">
                  <a:extLst>
                    <a:ext uri="{FF2B5EF4-FFF2-40B4-BE49-F238E27FC236}">
                      <a16:creationId xmlns:a16="http://schemas.microsoft.com/office/drawing/2014/main" id="{E5B48736-81DC-834B-5C23-DA37F2D01A91}"/>
                    </a:ext>
                  </a:extLst>
                </p:cNvPr>
                <p:cNvSpPr/>
                <p:nvPr/>
              </p:nvSpPr>
              <p:spPr>
                <a:xfrm>
                  <a:off x="8034618" y="3327675"/>
                  <a:ext cx="144000" cy="144000"/>
                </a:xfrm>
                <a:prstGeom prst="ellipse">
                  <a:avLst/>
                </a:prstGeom>
                <a:ln>
                  <a:noFill/>
                </a:ln>
              </p:spPr>
              <p:style>
                <a:lnRef idx="2">
                  <a:schemeClr val="accent1"/>
                </a:lnRef>
                <a:fillRef idx="1">
                  <a:schemeClr val="lt1"/>
                </a:fillRef>
                <a:effectRef idx="0">
                  <a:schemeClr val="accent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fr-FR" dirty="0"/>
                </a:p>
              </p:txBody>
            </p:sp>
          </p:grpSp>
        </p:grpSp>
        <p:grpSp>
          <p:nvGrpSpPr>
            <p:cNvPr id="35" name="Groupe 34">
              <a:extLst>
                <a:ext uri="{FF2B5EF4-FFF2-40B4-BE49-F238E27FC236}">
                  <a16:creationId xmlns:a16="http://schemas.microsoft.com/office/drawing/2014/main" id="{189421C9-77B4-3152-7943-C1283328E920}"/>
                </a:ext>
              </a:extLst>
            </p:cNvPr>
            <p:cNvGrpSpPr/>
            <p:nvPr/>
          </p:nvGrpSpPr>
          <p:grpSpPr>
            <a:xfrm flipH="1">
              <a:off x="1182792" y="2760182"/>
              <a:ext cx="1206000" cy="1080000"/>
              <a:chOff x="6207618" y="2265872"/>
              <a:chExt cx="1206000" cy="1080000"/>
            </a:xfrm>
          </p:grpSpPr>
          <p:sp>
            <p:nvSpPr>
              <p:cNvPr id="5" name="Ellipse 4">
                <a:extLst>
                  <a:ext uri="{FF2B5EF4-FFF2-40B4-BE49-F238E27FC236}">
                    <a16:creationId xmlns:a16="http://schemas.microsoft.com/office/drawing/2014/main" id="{D0A9803C-97A7-EF99-A8E2-2DE03C42D3BC}"/>
                  </a:ext>
                </a:extLst>
              </p:cNvPr>
              <p:cNvSpPr/>
              <p:nvPr/>
            </p:nvSpPr>
            <p:spPr>
              <a:xfrm>
                <a:off x="6333618" y="2265872"/>
                <a:ext cx="1080000" cy="1080000"/>
              </a:xfrm>
              <a:prstGeom prst="ellipse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dirty="0"/>
              </a:p>
            </p:txBody>
          </p:sp>
          <p:grpSp>
            <p:nvGrpSpPr>
              <p:cNvPr id="14" name="Groupe 13">
                <a:extLst>
                  <a:ext uri="{FF2B5EF4-FFF2-40B4-BE49-F238E27FC236}">
                    <a16:creationId xmlns:a16="http://schemas.microsoft.com/office/drawing/2014/main" id="{7AF0DA3D-8FF5-FA51-E245-2FC5DBB64ACA}"/>
                  </a:ext>
                </a:extLst>
              </p:cNvPr>
              <p:cNvGrpSpPr/>
              <p:nvPr/>
            </p:nvGrpSpPr>
            <p:grpSpPr>
              <a:xfrm>
                <a:off x="6207618" y="2666130"/>
                <a:ext cx="252000" cy="252000"/>
                <a:chOff x="7980618" y="3273675"/>
                <a:chExt cx="252000" cy="252000"/>
              </a:xfrm>
            </p:grpSpPr>
            <p:sp>
              <p:nvSpPr>
                <p:cNvPr id="15" name="Ellipse 14">
                  <a:extLst>
                    <a:ext uri="{FF2B5EF4-FFF2-40B4-BE49-F238E27FC236}">
                      <a16:creationId xmlns:a16="http://schemas.microsoft.com/office/drawing/2014/main" id="{7A0D1C58-B0DD-276E-7635-A72732BA1C7C}"/>
                    </a:ext>
                  </a:extLst>
                </p:cNvPr>
                <p:cNvSpPr/>
                <p:nvPr/>
              </p:nvSpPr>
              <p:spPr>
                <a:xfrm>
                  <a:off x="7980618" y="3273675"/>
                  <a:ext cx="252000" cy="252000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solidFill>
                    <a:schemeClr val="bg2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 dirty="0"/>
                </a:p>
              </p:txBody>
            </p:sp>
            <p:sp>
              <p:nvSpPr>
                <p:cNvPr id="16" name="Ellipse 15">
                  <a:extLst>
                    <a:ext uri="{FF2B5EF4-FFF2-40B4-BE49-F238E27FC236}">
                      <a16:creationId xmlns:a16="http://schemas.microsoft.com/office/drawing/2014/main" id="{A2C67C17-89C7-C26B-EE98-195BC4691AC1}"/>
                    </a:ext>
                  </a:extLst>
                </p:cNvPr>
                <p:cNvSpPr/>
                <p:nvPr/>
              </p:nvSpPr>
              <p:spPr>
                <a:xfrm>
                  <a:off x="8034618" y="3327675"/>
                  <a:ext cx="144000" cy="144000"/>
                </a:xfrm>
                <a:prstGeom prst="ellipse">
                  <a:avLst/>
                </a:prstGeom>
                <a:ln>
                  <a:noFill/>
                </a:ln>
              </p:spPr>
              <p:style>
                <a:lnRef idx="2">
                  <a:schemeClr val="accent1"/>
                </a:lnRef>
                <a:fillRef idx="1">
                  <a:schemeClr val="lt1"/>
                </a:fillRef>
                <a:effectRef idx="0">
                  <a:schemeClr val="accent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fr-FR" dirty="0"/>
                </a:p>
              </p:txBody>
            </p:sp>
          </p:grpSp>
        </p:grpSp>
        <p:cxnSp>
          <p:nvCxnSpPr>
            <p:cNvPr id="18" name="Connecteur droit 17">
              <a:extLst>
                <a:ext uri="{FF2B5EF4-FFF2-40B4-BE49-F238E27FC236}">
                  <a16:creationId xmlns:a16="http://schemas.microsoft.com/office/drawing/2014/main" id="{93B28062-F57F-E2BD-1C52-F4E744098F08}"/>
                </a:ext>
              </a:extLst>
            </p:cNvPr>
            <p:cNvCxnSpPr>
              <a:cxnSpLocks/>
              <a:stCxn id="25" idx="2"/>
              <a:endCxn id="28" idx="6"/>
            </p:cNvCxnSpPr>
            <p:nvPr/>
          </p:nvCxnSpPr>
          <p:spPr>
            <a:xfrm>
              <a:off x="3458483" y="3285896"/>
              <a:ext cx="5187948" cy="0"/>
            </a:xfrm>
            <a:prstGeom prst="line">
              <a:avLst/>
            </a:prstGeom>
            <a:ln>
              <a:solidFill>
                <a:schemeClr val="tx1"/>
              </a:solidFill>
              <a:prstDash val="lgDash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Connecteur droit avec flèche 36">
              <a:extLst>
                <a:ext uri="{FF2B5EF4-FFF2-40B4-BE49-F238E27FC236}">
                  <a16:creationId xmlns:a16="http://schemas.microsoft.com/office/drawing/2014/main" id="{E506B479-C4CC-E19C-E5BC-F7345A4D25D9}"/>
                </a:ext>
              </a:extLst>
            </p:cNvPr>
            <p:cNvCxnSpPr>
              <a:cxnSpLocks/>
              <a:stCxn id="16" idx="2"/>
              <a:endCxn id="25" idx="2"/>
            </p:cNvCxnSpPr>
            <p:nvPr/>
          </p:nvCxnSpPr>
          <p:spPr>
            <a:xfrm flipV="1">
              <a:off x="2334792" y="3285896"/>
              <a:ext cx="1123691" cy="544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Connecteur droit avec flèche 39">
              <a:extLst>
                <a:ext uri="{FF2B5EF4-FFF2-40B4-BE49-F238E27FC236}">
                  <a16:creationId xmlns:a16="http://schemas.microsoft.com/office/drawing/2014/main" id="{10E85750-2F5C-F492-6881-5BD5E7F60371}"/>
                </a:ext>
              </a:extLst>
            </p:cNvPr>
            <p:cNvCxnSpPr>
              <a:cxnSpLocks/>
              <a:stCxn id="28" idx="6"/>
              <a:endCxn id="8" idx="6"/>
            </p:cNvCxnSpPr>
            <p:nvPr/>
          </p:nvCxnSpPr>
          <p:spPr>
            <a:xfrm>
              <a:off x="8646431" y="3285896"/>
              <a:ext cx="1101853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8" name="Rectangle 1">
              <a:extLst>
                <a:ext uri="{FF2B5EF4-FFF2-40B4-BE49-F238E27FC236}">
                  <a16:creationId xmlns:a16="http://schemas.microsoft.com/office/drawing/2014/main" id="{DD8760CB-F193-51C3-88DE-537EA159504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82795" y="2953992"/>
              <a:ext cx="1319623" cy="124957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3000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fr-FR" altLang="fr-FR" sz="1200" b="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rPr>
                <a:t>Source</a:t>
              </a:r>
              <a:r>
                <a:rPr kumimoji="0" lang="fr-FR" altLang="fr-FR" sz="1800" b="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rPr>
                <a:t>.</a:t>
              </a:r>
              <a:r>
                <a:rPr kumimoji="0" lang="fr-FR" altLang="fr-FR" sz="1200" b="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rPr>
                <a:t>Object</a:t>
              </a:r>
              <a:r>
                <a:rPr kumimoji="0" lang="fr-FR" altLang="fr-FR" sz="1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 Unicode MS"/>
                </a:rPr>
                <a:t>()</a:t>
              </a:r>
            </a:p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3000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fr-FR" altLang="fr-FR" sz="1100" b="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</a:rPr>
                <a:t>fluid</a:t>
              </a:r>
              <a:r>
                <a:rPr kumimoji="0" lang="fr-FR" altLang="fr-FR" sz="11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</a:rPr>
                <a:t> = "water"</a:t>
              </a:r>
            </a:p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3000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fr-FR" altLang="fr-FR" sz="1100" b="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</a:rPr>
                <a:t>Ti_degC</a:t>
              </a:r>
              <a:r>
                <a:rPr kumimoji="0" lang="fr-FR" altLang="fr-FR" sz="11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</a:rPr>
                <a:t> = 25</a:t>
              </a:r>
            </a:p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3000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fr-FR" altLang="fr-FR" sz="1100" b="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</a:rPr>
                <a:t>Pi_bar</a:t>
              </a:r>
              <a:r>
                <a:rPr kumimoji="0" lang="fr-FR" altLang="fr-FR" sz="11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</a:rPr>
                <a:t> = 2</a:t>
              </a:r>
            </a:p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3000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fr-FR" altLang="fr-FR" sz="11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</a:rPr>
                <a:t>F_m3h = 8 </a:t>
              </a:r>
              <a:endParaRPr kumimoji="0" lang="fr-FR" altLang="fr-FR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49" name="Rectangle 2">
              <a:extLst>
                <a:ext uri="{FF2B5EF4-FFF2-40B4-BE49-F238E27FC236}">
                  <a16:creationId xmlns:a16="http://schemas.microsoft.com/office/drawing/2014/main" id="{88F88FFF-EF74-CC9B-7F60-C92F622D0A8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925542" y="2914243"/>
              <a:ext cx="1857829" cy="102951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3000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fr-FR" altLang="fr-FR" sz="1200" b="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rPr>
                <a:t>StraightPipe</a:t>
              </a:r>
              <a:r>
                <a:rPr kumimoji="0" lang="fr-FR" altLang="fr-FR" sz="1800" b="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rPr>
                <a:t>.</a:t>
              </a:r>
              <a:r>
                <a:rPr kumimoji="0" lang="fr-FR" altLang="fr-FR" sz="1200" b="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rPr>
                <a:t>Object</a:t>
              </a:r>
              <a:r>
                <a:rPr kumimoji="0" lang="fr-FR" altLang="fr-FR" sz="1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 Unicode MS"/>
                </a:rPr>
                <a:t>()</a:t>
              </a:r>
            </a:p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3000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fr-FR" sz="1100" b="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</a:rPr>
                <a:t>d_hyd</a:t>
              </a:r>
              <a:r>
                <a:rPr kumimoji="0" lang="en-US" altLang="fr-FR" sz="11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</a:rPr>
                <a:t> = 0.050</a:t>
              </a:r>
            </a:p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3000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fr-FR" sz="11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</a:rPr>
                <a:t>L = 500</a:t>
              </a:r>
            </a:p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3000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fr-FR" sz="11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</a:rPr>
                <a:t>K = 0.00002</a:t>
              </a:r>
              <a:r>
                <a:rPr kumimoji="0" lang="fr-FR" altLang="fr-FR" sz="11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</a:rPr>
                <a:t> </a:t>
              </a:r>
              <a:endParaRPr kumimoji="0" lang="fr-FR" altLang="fr-F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50" name="Rectangle 3">
              <a:extLst>
                <a:ext uri="{FF2B5EF4-FFF2-40B4-BE49-F238E27FC236}">
                  <a16:creationId xmlns:a16="http://schemas.microsoft.com/office/drawing/2014/main" id="{F539AE3F-946E-E166-D863-CFB62858787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863458" y="3049649"/>
              <a:ext cx="1222047" cy="36933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3000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fr-FR" altLang="fr-FR" sz="1200" b="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rPr>
                <a:t>Sink</a:t>
              </a:r>
              <a:r>
                <a:rPr kumimoji="0" lang="fr-FR" altLang="fr-FR" sz="1800" b="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rPr>
                <a:t>.</a:t>
              </a:r>
              <a:r>
                <a:rPr kumimoji="0" lang="fr-FR" altLang="fr-FR" sz="1200" b="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rPr>
                <a:t>Object</a:t>
              </a:r>
              <a:r>
                <a:rPr kumimoji="0" lang="fr-FR" altLang="fr-FR" sz="1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 Unicode MS"/>
                </a:rPr>
                <a:t>()</a:t>
              </a:r>
              <a:r>
                <a:rPr kumimoji="0" lang="fr-FR" altLang="fr-FR" sz="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</a:rPr>
                <a:t> </a:t>
              </a:r>
              <a:endParaRPr kumimoji="0" lang="fr-FR" altLang="fr-F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51" name="Rectangle 4">
              <a:extLst>
                <a:ext uri="{FF2B5EF4-FFF2-40B4-BE49-F238E27FC236}">
                  <a16:creationId xmlns:a16="http://schemas.microsoft.com/office/drawing/2014/main" id="{8AC4A822-C449-8A12-6695-0BD634B2697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585826" y="3280482"/>
              <a:ext cx="1153532" cy="27699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3000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fr-FR" altLang="fr-FR" sz="1200" b="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rPr>
                <a:t>Fluid_connect</a:t>
              </a:r>
              <a:r>
                <a:rPr kumimoji="0" lang="fr-FR" altLang="fr-FR" sz="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</a:rPr>
                <a:t> </a:t>
              </a:r>
              <a:endParaRPr kumimoji="0" lang="fr-FR" altLang="fr-F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52" name="Rectangle 4">
              <a:extLst>
                <a:ext uri="{FF2B5EF4-FFF2-40B4-BE49-F238E27FC236}">
                  <a16:creationId xmlns:a16="http://schemas.microsoft.com/office/drawing/2014/main" id="{25CEE3DF-2D04-3F6B-C025-47BDC9B8D57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308116" y="3252977"/>
              <a:ext cx="1153532" cy="27699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3000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fr-FR" altLang="fr-FR" sz="1200" b="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rPr>
                <a:t>Fluid_connect</a:t>
              </a:r>
              <a:r>
                <a:rPr kumimoji="0" lang="fr-FR" altLang="fr-FR" sz="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</a:rPr>
                <a:t> </a:t>
              </a:r>
              <a:endParaRPr kumimoji="0" lang="fr-FR" altLang="fr-F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64136630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2790B5-20C5-0C62-FC14-218A28EB5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Groupe 31">
            <a:extLst>
              <a:ext uri="{FF2B5EF4-FFF2-40B4-BE49-F238E27FC236}">
                <a16:creationId xmlns:a16="http://schemas.microsoft.com/office/drawing/2014/main" id="{D60CD307-6E9D-AD93-4608-D9B9F79D63DF}"/>
              </a:ext>
            </a:extLst>
          </p:cNvPr>
          <p:cNvGrpSpPr/>
          <p:nvPr/>
        </p:nvGrpSpPr>
        <p:grpSpPr>
          <a:xfrm>
            <a:off x="982795" y="1487712"/>
            <a:ext cx="10102710" cy="3206013"/>
            <a:chOff x="982795" y="1487712"/>
            <a:chExt cx="10102710" cy="3206013"/>
          </a:xfrm>
        </p:grpSpPr>
        <p:sp>
          <p:nvSpPr>
            <p:cNvPr id="9" name="Triangle isocèle 8">
              <a:extLst>
                <a:ext uri="{FF2B5EF4-FFF2-40B4-BE49-F238E27FC236}">
                  <a16:creationId xmlns:a16="http://schemas.microsoft.com/office/drawing/2014/main" id="{36D0F0F4-235F-EAA8-848E-621B9B9B20E2}"/>
                </a:ext>
              </a:extLst>
            </p:cNvPr>
            <p:cNvSpPr/>
            <p:nvPr/>
          </p:nvSpPr>
          <p:spPr>
            <a:xfrm rot="16200000" flipH="1">
              <a:off x="5914209" y="2020518"/>
              <a:ext cx="2808000" cy="2520000"/>
            </a:xfrm>
            <a:prstGeom prst="triangl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" name="Triangle isocèle 3">
              <a:extLst>
                <a:ext uri="{FF2B5EF4-FFF2-40B4-BE49-F238E27FC236}">
                  <a16:creationId xmlns:a16="http://schemas.microsoft.com/office/drawing/2014/main" id="{0B42A172-93E2-C36F-338F-229628B7A2B6}"/>
                </a:ext>
              </a:extLst>
            </p:cNvPr>
            <p:cNvSpPr/>
            <p:nvPr/>
          </p:nvSpPr>
          <p:spPr>
            <a:xfrm rot="5400000">
              <a:off x="3396993" y="2027712"/>
              <a:ext cx="2812026" cy="2520000"/>
            </a:xfrm>
            <a:prstGeom prst="triangl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grpSp>
          <p:nvGrpSpPr>
            <p:cNvPr id="23" name="Groupe 22">
              <a:extLst>
                <a:ext uri="{FF2B5EF4-FFF2-40B4-BE49-F238E27FC236}">
                  <a16:creationId xmlns:a16="http://schemas.microsoft.com/office/drawing/2014/main" id="{B72067BD-7C7E-0E6B-1766-D0E355627180}"/>
                </a:ext>
              </a:extLst>
            </p:cNvPr>
            <p:cNvGrpSpPr/>
            <p:nvPr/>
          </p:nvGrpSpPr>
          <p:grpSpPr>
            <a:xfrm>
              <a:off x="3404483" y="3159896"/>
              <a:ext cx="252000" cy="252000"/>
              <a:chOff x="7980618" y="3273675"/>
              <a:chExt cx="252000" cy="252000"/>
            </a:xfrm>
          </p:grpSpPr>
          <p:sp>
            <p:nvSpPr>
              <p:cNvPr id="24" name="Ellipse 23">
                <a:extLst>
                  <a:ext uri="{FF2B5EF4-FFF2-40B4-BE49-F238E27FC236}">
                    <a16:creationId xmlns:a16="http://schemas.microsoft.com/office/drawing/2014/main" id="{32BB7457-8024-2113-3770-32697AB61F17}"/>
                  </a:ext>
                </a:extLst>
              </p:cNvPr>
              <p:cNvSpPr/>
              <p:nvPr/>
            </p:nvSpPr>
            <p:spPr>
              <a:xfrm>
                <a:off x="7980618" y="3273675"/>
                <a:ext cx="252000" cy="252000"/>
              </a:xfrm>
              <a:prstGeom prst="ellipse">
                <a:avLst/>
              </a:prstGeom>
              <a:ln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dirty="0"/>
              </a:p>
            </p:txBody>
          </p:sp>
          <p:sp>
            <p:nvSpPr>
              <p:cNvPr id="25" name="Ellipse 24">
                <a:extLst>
                  <a:ext uri="{FF2B5EF4-FFF2-40B4-BE49-F238E27FC236}">
                    <a16:creationId xmlns:a16="http://schemas.microsoft.com/office/drawing/2014/main" id="{9652385A-064D-C7AA-08E1-CFE3D4FB55D0}"/>
                  </a:ext>
                </a:extLst>
              </p:cNvPr>
              <p:cNvSpPr/>
              <p:nvPr/>
            </p:nvSpPr>
            <p:spPr>
              <a:xfrm>
                <a:off x="8034618" y="3327675"/>
                <a:ext cx="144000" cy="144000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fr-FR" dirty="0"/>
              </a:p>
            </p:txBody>
          </p:sp>
        </p:grpSp>
        <p:grpSp>
          <p:nvGrpSpPr>
            <p:cNvPr id="26" name="Groupe 25">
              <a:extLst>
                <a:ext uri="{FF2B5EF4-FFF2-40B4-BE49-F238E27FC236}">
                  <a16:creationId xmlns:a16="http://schemas.microsoft.com/office/drawing/2014/main" id="{E283EB55-67B5-6E26-F5C0-7FABF25FA630}"/>
                </a:ext>
              </a:extLst>
            </p:cNvPr>
            <p:cNvGrpSpPr/>
            <p:nvPr/>
          </p:nvGrpSpPr>
          <p:grpSpPr>
            <a:xfrm>
              <a:off x="8448431" y="3159896"/>
              <a:ext cx="252000" cy="252000"/>
              <a:chOff x="7980618" y="3273675"/>
              <a:chExt cx="252000" cy="252000"/>
            </a:xfrm>
          </p:grpSpPr>
          <p:sp>
            <p:nvSpPr>
              <p:cNvPr id="27" name="Ellipse 26">
                <a:extLst>
                  <a:ext uri="{FF2B5EF4-FFF2-40B4-BE49-F238E27FC236}">
                    <a16:creationId xmlns:a16="http://schemas.microsoft.com/office/drawing/2014/main" id="{F13056D5-D1B8-3F46-6AB9-3E885755762E}"/>
                  </a:ext>
                </a:extLst>
              </p:cNvPr>
              <p:cNvSpPr/>
              <p:nvPr/>
            </p:nvSpPr>
            <p:spPr>
              <a:xfrm>
                <a:off x="7980618" y="3273675"/>
                <a:ext cx="252000" cy="252000"/>
              </a:xfrm>
              <a:prstGeom prst="ellipse">
                <a:avLst/>
              </a:prstGeom>
              <a:solidFill>
                <a:schemeClr val="accent2"/>
              </a:solidFill>
              <a:ln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dirty="0"/>
              </a:p>
            </p:txBody>
          </p:sp>
          <p:sp>
            <p:nvSpPr>
              <p:cNvPr id="28" name="Ellipse 27">
                <a:extLst>
                  <a:ext uri="{FF2B5EF4-FFF2-40B4-BE49-F238E27FC236}">
                    <a16:creationId xmlns:a16="http://schemas.microsoft.com/office/drawing/2014/main" id="{E26787EE-5E6E-4616-115F-5C189E6BFE09}"/>
                  </a:ext>
                </a:extLst>
              </p:cNvPr>
              <p:cNvSpPr/>
              <p:nvPr/>
            </p:nvSpPr>
            <p:spPr>
              <a:xfrm>
                <a:off x="8034618" y="3327675"/>
                <a:ext cx="144000" cy="144000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fr-FR" dirty="0"/>
              </a:p>
            </p:txBody>
          </p:sp>
        </p:grpSp>
        <p:grpSp>
          <p:nvGrpSpPr>
            <p:cNvPr id="33" name="Groupe 32">
              <a:extLst>
                <a:ext uri="{FF2B5EF4-FFF2-40B4-BE49-F238E27FC236}">
                  <a16:creationId xmlns:a16="http://schemas.microsoft.com/office/drawing/2014/main" id="{082FE57B-FFE5-ECBC-A790-B113474C61A5}"/>
                </a:ext>
              </a:extLst>
            </p:cNvPr>
            <p:cNvGrpSpPr/>
            <p:nvPr/>
          </p:nvGrpSpPr>
          <p:grpSpPr>
            <a:xfrm flipH="1">
              <a:off x="9694284" y="2745896"/>
              <a:ext cx="1206000" cy="1080000"/>
              <a:chOff x="2285508" y="2252130"/>
              <a:chExt cx="1206000" cy="1080000"/>
            </a:xfrm>
          </p:grpSpPr>
          <p:sp>
            <p:nvSpPr>
              <p:cNvPr id="6" name="Ellipse 5">
                <a:extLst>
                  <a:ext uri="{FF2B5EF4-FFF2-40B4-BE49-F238E27FC236}">
                    <a16:creationId xmlns:a16="http://schemas.microsoft.com/office/drawing/2014/main" id="{13B4B8FE-BFDA-97B1-FE1D-4074871250BB}"/>
                  </a:ext>
                </a:extLst>
              </p:cNvPr>
              <p:cNvSpPr/>
              <p:nvPr/>
            </p:nvSpPr>
            <p:spPr>
              <a:xfrm>
                <a:off x="2285508" y="2252130"/>
                <a:ext cx="1080000" cy="1080000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dirty="0"/>
              </a:p>
            </p:txBody>
          </p:sp>
          <p:grpSp>
            <p:nvGrpSpPr>
              <p:cNvPr id="13" name="Groupe 12">
                <a:extLst>
                  <a:ext uri="{FF2B5EF4-FFF2-40B4-BE49-F238E27FC236}">
                    <a16:creationId xmlns:a16="http://schemas.microsoft.com/office/drawing/2014/main" id="{FEA6BFE1-58F8-4820-DBAB-28F2367354D7}"/>
                  </a:ext>
                </a:extLst>
              </p:cNvPr>
              <p:cNvGrpSpPr/>
              <p:nvPr/>
            </p:nvGrpSpPr>
            <p:grpSpPr>
              <a:xfrm>
                <a:off x="3239508" y="2666130"/>
                <a:ext cx="252000" cy="252000"/>
                <a:chOff x="7980618" y="3273675"/>
                <a:chExt cx="252000" cy="252000"/>
              </a:xfrm>
            </p:grpSpPr>
            <p:sp>
              <p:nvSpPr>
                <p:cNvPr id="7" name="Ellipse 6">
                  <a:extLst>
                    <a:ext uri="{FF2B5EF4-FFF2-40B4-BE49-F238E27FC236}">
                      <a16:creationId xmlns:a16="http://schemas.microsoft.com/office/drawing/2014/main" id="{0FCC0CDE-2E90-3C30-CA01-BD683632AF73}"/>
                    </a:ext>
                  </a:extLst>
                </p:cNvPr>
                <p:cNvSpPr/>
                <p:nvPr/>
              </p:nvSpPr>
              <p:spPr>
                <a:xfrm>
                  <a:off x="7980618" y="3273675"/>
                  <a:ext cx="252000" cy="252000"/>
                </a:xfrm>
                <a:prstGeom prst="ellipse">
                  <a:avLst/>
                </a:prstGeom>
                <a:ln>
                  <a:solidFill>
                    <a:schemeClr val="bg2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 dirty="0"/>
                </a:p>
              </p:txBody>
            </p:sp>
            <p:sp>
              <p:nvSpPr>
                <p:cNvPr id="8" name="Ellipse 7">
                  <a:extLst>
                    <a:ext uri="{FF2B5EF4-FFF2-40B4-BE49-F238E27FC236}">
                      <a16:creationId xmlns:a16="http://schemas.microsoft.com/office/drawing/2014/main" id="{45A5D802-067F-0E97-7930-91CCC97B498A}"/>
                    </a:ext>
                  </a:extLst>
                </p:cNvPr>
                <p:cNvSpPr/>
                <p:nvPr/>
              </p:nvSpPr>
              <p:spPr>
                <a:xfrm>
                  <a:off x="8034618" y="3327675"/>
                  <a:ext cx="144000" cy="144000"/>
                </a:xfrm>
                <a:prstGeom prst="ellipse">
                  <a:avLst/>
                </a:prstGeom>
                <a:ln>
                  <a:noFill/>
                </a:ln>
              </p:spPr>
              <p:style>
                <a:lnRef idx="2">
                  <a:schemeClr val="accent1"/>
                </a:lnRef>
                <a:fillRef idx="1">
                  <a:schemeClr val="lt1"/>
                </a:fillRef>
                <a:effectRef idx="0">
                  <a:schemeClr val="accent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fr-FR" dirty="0"/>
                </a:p>
              </p:txBody>
            </p:sp>
          </p:grpSp>
        </p:grpSp>
        <p:grpSp>
          <p:nvGrpSpPr>
            <p:cNvPr id="35" name="Groupe 34">
              <a:extLst>
                <a:ext uri="{FF2B5EF4-FFF2-40B4-BE49-F238E27FC236}">
                  <a16:creationId xmlns:a16="http://schemas.microsoft.com/office/drawing/2014/main" id="{4025191D-555B-5BBF-33B9-764676956915}"/>
                </a:ext>
              </a:extLst>
            </p:cNvPr>
            <p:cNvGrpSpPr/>
            <p:nvPr/>
          </p:nvGrpSpPr>
          <p:grpSpPr>
            <a:xfrm flipH="1">
              <a:off x="1182792" y="2760182"/>
              <a:ext cx="1206000" cy="1080000"/>
              <a:chOff x="6207618" y="2265872"/>
              <a:chExt cx="1206000" cy="1080000"/>
            </a:xfrm>
          </p:grpSpPr>
          <p:sp>
            <p:nvSpPr>
              <p:cNvPr id="5" name="Ellipse 4">
                <a:extLst>
                  <a:ext uri="{FF2B5EF4-FFF2-40B4-BE49-F238E27FC236}">
                    <a16:creationId xmlns:a16="http://schemas.microsoft.com/office/drawing/2014/main" id="{3D5EBBA8-4D53-2DB9-89FE-086C23A031A9}"/>
                  </a:ext>
                </a:extLst>
              </p:cNvPr>
              <p:cNvSpPr/>
              <p:nvPr/>
            </p:nvSpPr>
            <p:spPr>
              <a:xfrm>
                <a:off x="6333618" y="2265872"/>
                <a:ext cx="1080000" cy="1080000"/>
              </a:xfrm>
              <a:prstGeom prst="ellipse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dirty="0"/>
              </a:p>
            </p:txBody>
          </p:sp>
          <p:grpSp>
            <p:nvGrpSpPr>
              <p:cNvPr id="14" name="Groupe 13">
                <a:extLst>
                  <a:ext uri="{FF2B5EF4-FFF2-40B4-BE49-F238E27FC236}">
                    <a16:creationId xmlns:a16="http://schemas.microsoft.com/office/drawing/2014/main" id="{88428980-BF8D-515F-8DA1-AA06B1CE4AD6}"/>
                  </a:ext>
                </a:extLst>
              </p:cNvPr>
              <p:cNvGrpSpPr/>
              <p:nvPr/>
            </p:nvGrpSpPr>
            <p:grpSpPr>
              <a:xfrm>
                <a:off x="6207618" y="2666130"/>
                <a:ext cx="252000" cy="252000"/>
                <a:chOff x="7980618" y="3273675"/>
                <a:chExt cx="252000" cy="252000"/>
              </a:xfrm>
            </p:grpSpPr>
            <p:sp>
              <p:nvSpPr>
                <p:cNvPr id="15" name="Ellipse 14">
                  <a:extLst>
                    <a:ext uri="{FF2B5EF4-FFF2-40B4-BE49-F238E27FC236}">
                      <a16:creationId xmlns:a16="http://schemas.microsoft.com/office/drawing/2014/main" id="{232E8FDA-A7E6-8027-732E-7F17FB621964}"/>
                    </a:ext>
                  </a:extLst>
                </p:cNvPr>
                <p:cNvSpPr/>
                <p:nvPr/>
              </p:nvSpPr>
              <p:spPr>
                <a:xfrm>
                  <a:off x="7980618" y="3273675"/>
                  <a:ext cx="252000" cy="252000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solidFill>
                    <a:schemeClr val="bg2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 dirty="0"/>
                </a:p>
              </p:txBody>
            </p:sp>
            <p:sp>
              <p:nvSpPr>
                <p:cNvPr id="16" name="Ellipse 15">
                  <a:extLst>
                    <a:ext uri="{FF2B5EF4-FFF2-40B4-BE49-F238E27FC236}">
                      <a16:creationId xmlns:a16="http://schemas.microsoft.com/office/drawing/2014/main" id="{D25F5FA9-47E0-684B-0A46-9C26B3024CE4}"/>
                    </a:ext>
                  </a:extLst>
                </p:cNvPr>
                <p:cNvSpPr/>
                <p:nvPr/>
              </p:nvSpPr>
              <p:spPr>
                <a:xfrm>
                  <a:off x="8034618" y="3327675"/>
                  <a:ext cx="144000" cy="144000"/>
                </a:xfrm>
                <a:prstGeom prst="ellipse">
                  <a:avLst/>
                </a:prstGeom>
                <a:ln>
                  <a:noFill/>
                </a:ln>
              </p:spPr>
              <p:style>
                <a:lnRef idx="2">
                  <a:schemeClr val="accent1"/>
                </a:lnRef>
                <a:fillRef idx="1">
                  <a:schemeClr val="lt1"/>
                </a:fillRef>
                <a:effectRef idx="0">
                  <a:schemeClr val="accent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fr-FR" dirty="0"/>
                </a:p>
              </p:txBody>
            </p:sp>
          </p:grpSp>
        </p:grpSp>
        <p:cxnSp>
          <p:nvCxnSpPr>
            <p:cNvPr id="18" name="Connecteur droit 17">
              <a:extLst>
                <a:ext uri="{FF2B5EF4-FFF2-40B4-BE49-F238E27FC236}">
                  <a16:creationId xmlns:a16="http://schemas.microsoft.com/office/drawing/2014/main" id="{BE8A6E7B-A43F-8031-647D-B6E292D41452}"/>
                </a:ext>
              </a:extLst>
            </p:cNvPr>
            <p:cNvCxnSpPr>
              <a:cxnSpLocks/>
            </p:cNvCxnSpPr>
            <p:nvPr/>
          </p:nvCxnSpPr>
          <p:spPr>
            <a:xfrm>
              <a:off x="6058209" y="1487712"/>
              <a:ext cx="0" cy="1800000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37" name="Connecteur droit avec flèche 36">
              <a:extLst>
                <a:ext uri="{FF2B5EF4-FFF2-40B4-BE49-F238E27FC236}">
                  <a16:creationId xmlns:a16="http://schemas.microsoft.com/office/drawing/2014/main" id="{528847AF-C779-79D7-4D1D-0A042F2F581D}"/>
                </a:ext>
              </a:extLst>
            </p:cNvPr>
            <p:cNvCxnSpPr>
              <a:cxnSpLocks/>
              <a:stCxn id="16" idx="2"/>
              <a:endCxn id="25" idx="2"/>
            </p:cNvCxnSpPr>
            <p:nvPr/>
          </p:nvCxnSpPr>
          <p:spPr>
            <a:xfrm flipV="1">
              <a:off x="2334792" y="3285896"/>
              <a:ext cx="1123691" cy="544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Connecteur droit avec flèche 39">
              <a:extLst>
                <a:ext uri="{FF2B5EF4-FFF2-40B4-BE49-F238E27FC236}">
                  <a16:creationId xmlns:a16="http://schemas.microsoft.com/office/drawing/2014/main" id="{1E4035DA-A675-5947-0307-D79CF07587A7}"/>
                </a:ext>
              </a:extLst>
            </p:cNvPr>
            <p:cNvCxnSpPr>
              <a:cxnSpLocks/>
              <a:stCxn id="28" idx="6"/>
              <a:endCxn id="8" idx="6"/>
            </p:cNvCxnSpPr>
            <p:nvPr/>
          </p:nvCxnSpPr>
          <p:spPr>
            <a:xfrm>
              <a:off x="8646431" y="3285896"/>
              <a:ext cx="1101853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8" name="Rectangle 1">
              <a:extLst>
                <a:ext uri="{FF2B5EF4-FFF2-40B4-BE49-F238E27FC236}">
                  <a16:creationId xmlns:a16="http://schemas.microsoft.com/office/drawing/2014/main" id="{67AA9DD5-1A7B-46F5-17A8-29CA6EA3981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82795" y="2953992"/>
              <a:ext cx="1319623" cy="124957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3000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fr-FR" altLang="fr-FR" sz="1200" b="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rPr>
                <a:t>Source</a:t>
              </a:r>
              <a:r>
                <a:rPr kumimoji="0" lang="fr-FR" altLang="fr-FR" sz="1800" b="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rPr>
                <a:t>.</a:t>
              </a:r>
              <a:r>
                <a:rPr kumimoji="0" lang="fr-FR" altLang="fr-FR" sz="1200" b="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rPr>
                <a:t>Object</a:t>
              </a:r>
              <a:r>
                <a:rPr kumimoji="0" lang="fr-FR" altLang="fr-FR" sz="1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 Unicode MS"/>
                </a:rPr>
                <a:t>()</a:t>
              </a:r>
            </a:p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3000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fr-FR" altLang="fr-FR" sz="1100" b="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</a:rPr>
                <a:t>fluid</a:t>
              </a:r>
              <a:r>
                <a:rPr kumimoji="0" lang="fr-FR" altLang="fr-FR" sz="11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</a:rPr>
                <a:t> = "water"</a:t>
              </a:r>
            </a:p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3000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fr-FR" altLang="fr-FR" sz="1100" b="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</a:rPr>
                <a:t>Ti_degC</a:t>
              </a:r>
              <a:r>
                <a:rPr kumimoji="0" lang="fr-FR" altLang="fr-FR" sz="11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</a:rPr>
                <a:t> = 25</a:t>
              </a:r>
            </a:p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3000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fr-FR" altLang="fr-FR" sz="1100" b="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</a:rPr>
                <a:t>Pi_bar</a:t>
              </a:r>
              <a:r>
                <a:rPr kumimoji="0" lang="fr-FR" altLang="fr-FR" sz="11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</a:rPr>
                <a:t> = 3</a:t>
              </a:r>
            </a:p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3000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fr-FR" altLang="fr-FR" sz="11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</a:rPr>
                <a:t>F_m3h = </a:t>
              </a:r>
              <a:r>
                <a:rPr lang="fr-FR" altLang="fr-FR" sz="1100" dirty="0"/>
                <a:t>70</a:t>
              </a:r>
              <a:endParaRPr kumimoji="0" lang="fr-FR" altLang="fr-FR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49" name="Rectangle 2">
              <a:extLst>
                <a:ext uri="{FF2B5EF4-FFF2-40B4-BE49-F238E27FC236}">
                  <a16:creationId xmlns:a16="http://schemas.microsoft.com/office/drawing/2014/main" id="{1D733092-D337-6EDC-BA8D-C725B5FFA69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307523" y="3580285"/>
              <a:ext cx="2035697" cy="71711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3000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fr-FR" altLang="fr-FR" sz="1200" b="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rPr>
                <a:t>TA_Valve.Object</a:t>
              </a:r>
              <a:r>
                <a:rPr kumimoji="0" lang="fr-FR" altLang="fr-F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rPr>
                <a:t>()</a:t>
              </a:r>
            </a:p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3000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fr-FR" sz="1100" b="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</a:rPr>
                <a:t>dn</a:t>
              </a:r>
              <a:r>
                <a:rPr kumimoji="0" lang="en-US" altLang="fr-FR" sz="11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</a:rPr>
                <a:t> = "STAF-DN100“</a:t>
              </a:r>
            </a:p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3000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fr-FR" sz="1100" b="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</a:rPr>
                <a:t>nb_tours</a:t>
              </a:r>
              <a:r>
                <a:rPr kumimoji="0" lang="en-US" altLang="fr-FR" sz="11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</a:rPr>
                <a:t> = 4.3</a:t>
              </a:r>
            </a:p>
          </p:txBody>
        </p:sp>
        <p:sp>
          <p:nvSpPr>
            <p:cNvPr id="50" name="Rectangle 3">
              <a:extLst>
                <a:ext uri="{FF2B5EF4-FFF2-40B4-BE49-F238E27FC236}">
                  <a16:creationId xmlns:a16="http://schemas.microsoft.com/office/drawing/2014/main" id="{DB3853AE-3985-D68D-477E-B104B4A989B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863458" y="3049649"/>
              <a:ext cx="1222047" cy="36933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3000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fr-FR" altLang="fr-FR" sz="1200" b="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rPr>
                <a:t>Sink</a:t>
              </a:r>
              <a:r>
                <a:rPr kumimoji="0" lang="fr-FR" altLang="fr-FR" sz="1800" b="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rPr>
                <a:t>.</a:t>
              </a:r>
              <a:r>
                <a:rPr kumimoji="0" lang="fr-FR" altLang="fr-FR" sz="1200" b="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rPr>
                <a:t>Object</a:t>
              </a:r>
              <a:r>
                <a:rPr kumimoji="0" lang="fr-FR" altLang="fr-FR" sz="1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 Unicode MS"/>
                </a:rPr>
                <a:t>()</a:t>
              </a:r>
              <a:r>
                <a:rPr kumimoji="0" lang="fr-FR" altLang="fr-FR" sz="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</a:rPr>
                <a:t> </a:t>
              </a:r>
              <a:endParaRPr kumimoji="0" lang="fr-FR" altLang="fr-F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51" name="Rectangle 4">
              <a:extLst>
                <a:ext uri="{FF2B5EF4-FFF2-40B4-BE49-F238E27FC236}">
                  <a16:creationId xmlns:a16="http://schemas.microsoft.com/office/drawing/2014/main" id="{B7A22C6E-19B4-7D08-162A-49924BC5A64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585826" y="3280482"/>
              <a:ext cx="1153532" cy="27699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3000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fr-FR" altLang="fr-FR" sz="1200" b="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rPr>
                <a:t>Fluid_connect</a:t>
              </a:r>
              <a:r>
                <a:rPr kumimoji="0" lang="fr-FR" altLang="fr-FR" sz="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</a:rPr>
                <a:t> </a:t>
              </a:r>
              <a:endParaRPr kumimoji="0" lang="fr-FR" altLang="fr-F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52" name="Rectangle 4">
              <a:extLst>
                <a:ext uri="{FF2B5EF4-FFF2-40B4-BE49-F238E27FC236}">
                  <a16:creationId xmlns:a16="http://schemas.microsoft.com/office/drawing/2014/main" id="{80F184BB-1403-0A43-86C6-FDF9BD395C2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308116" y="3252977"/>
              <a:ext cx="1153532" cy="27699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3000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fr-FR" altLang="fr-FR" sz="1200" b="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rPr>
                <a:t>Fluid_connect</a:t>
              </a:r>
              <a:r>
                <a:rPr kumimoji="0" lang="fr-FR" altLang="fr-FR" sz="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</a:rPr>
                <a:t> </a:t>
              </a:r>
              <a:endParaRPr kumimoji="0" lang="fr-FR" altLang="fr-F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cxnSp>
          <p:nvCxnSpPr>
            <p:cNvPr id="12" name="Connecteur droit 11">
              <a:extLst>
                <a:ext uri="{FF2B5EF4-FFF2-40B4-BE49-F238E27FC236}">
                  <a16:creationId xmlns:a16="http://schemas.microsoft.com/office/drawing/2014/main" id="{223B99B9-5781-F69A-5FA3-2DDD7E3E376C}"/>
                </a:ext>
              </a:extLst>
            </p:cNvPr>
            <p:cNvCxnSpPr>
              <a:cxnSpLocks/>
            </p:cNvCxnSpPr>
            <p:nvPr/>
          </p:nvCxnSpPr>
          <p:spPr>
            <a:xfrm>
              <a:off x="4253989" y="4297404"/>
              <a:ext cx="0" cy="360000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29" name="Connecteur droit 28">
              <a:extLst>
                <a:ext uri="{FF2B5EF4-FFF2-40B4-BE49-F238E27FC236}">
                  <a16:creationId xmlns:a16="http://schemas.microsoft.com/office/drawing/2014/main" id="{88AB5427-DC79-0431-3377-98E52FF87B32}"/>
                </a:ext>
              </a:extLst>
            </p:cNvPr>
            <p:cNvCxnSpPr>
              <a:cxnSpLocks/>
            </p:cNvCxnSpPr>
            <p:nvPr/>
          </p:nvCxnSpPr>
          <p:spPr>
            <a:xfrm>
              <a:off x="7872985" y="4297404"/>
              <a:ext cx="0" cy="360000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30" name="Connecteur droit 29">
              <a:extLst>
                <a:ext uri="{FF2B5EF4-FFF2-40B4-BE49-F238E27FC236}">
                  <a16:creationId xmlns:a16="http://schemas.microsoft.com/office/drawing/2014/main" id="{492CB22E-B019-6EAD-FE7D-A81EDBFBE3B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618209" y="1487712"/>
              <a:ext cx="2880000" cy="0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5303125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E408D4-9551-DCF7-3115-D6EC674A86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6" name="Groupe 65">
            <a:extLst>
              <a:ext uri="{FF2B5EF4-FFF2-40B4-BE49-F238E27FC236}">
                <a16:creationId xmlns:a16="http://schemas.microsoft.com/office/drawing/2014/main" id="{442271F9-3A18-E4D5-5A06-13A09D63CB37}"/>
              </a:ext>
            </a:extLst>
          </p:cNvPr>
          <p:cNvGrpSpPr/>
          <p:nvPr/>
        </p:nvGrpSpPr>
        <p:grpSpPr>
          <a:xfrm>
            <a:off x="851568" y="1851863"/>
            <a:ext cx="5514431" cy="2258604"/>
            <a:chOff x="851568" y="1851863"/>
            <a:chExt cx="5514431" cy="2258604"/>
          </a:xfrm>
        </p:grpSpPr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58879BB4-8153-03CE-9B9E-25B6B08A4469}"/>
                </a:ext>
              </a:extLst>
            </p:cNvPr>
            <p:cNvSpPr/>
            <p:nvPr/>
          </p:nvSpPr>
          <p:spPr>
            <a:xfrm>
              <a:off x="5091962" y="2583594"/>
              <a:ext cx="692888" cy="144000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765EC068-57A8-C0D7-DB3B-DCFD694E2410}"/>
                </a:ext>
              </a:extLst>
            </p:cNvPr>
            <p:cNvSpPr/>
            <p:nvPr/>
          </p:nvSpPr>
          <p:spPr>
            <a:xfrm>
              <a:off x="3263784" y="2565896"/>
              <a:ext cx="823152" cy="1440000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34A1FB2D-9FA3-796E-6A12-D036F27495ED}"/>
                </a:ext>
              </a:extLst>
            </p:cNvPr>
            <p:cNvSpPr/>
            <p:nvPr/>
          </p:nvSpPr>
          <p:spPr>
            <a:xfrm rot="3680709">
              <a:off x="2875002" y="3225728"/>
              <a:ext cx="1586018" cy="101224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grpSp>
          <p:nvGrpSpPr>
            <p:cNvPr id="23" name="Groupe 22">
              <a:extLst>
                <a:ext uri="{FF2B5EF4-FFF2-40B4-BE49-F238E27FC236}">
                  <a16:creationId xmlns:a16="http://schemas.microsoft.com/office/drawing/2014/main" id="{329F050E-F9DA-5927-4FF5-2255A975D77D}"/>
                </a:ext>
              </a:extLst>
            </p:cNvPr>
            <p:cNvGrpSpPr/>
            <p:nvPr/>
          </p:nvGrpSpPr>
          <p:grpSpPr>
            <a:xfrm>
              <a:off x="3137783" y="3159896"/>
              <a:ext cx="252000" cy="252000"/>
              <a:chOff x="7980618" y="3273675"/>
              <a:chExt cx="252000" cy="252000"/>
            </a:xfrm>
          </p:grpSpPr>
          <p:sp>
            <p:nvSpPr>
              <p:cNvPr id="24" name="Ellipse 23">
                <a:extLst>
                  <a:ext uri="{FF2B5EF4-FFF2-40B4-BE49-F238E27FC236}">
                    <a16:creationId xmlns:a16="http://schemas.microsoft.com/office/drawing/2014/main" id="{ED72F670-B1EC-5021-0882-DA7F5E39C108}"/>
                  </a:ext>
                </a:extLst>
              </p:cNvPr>
              <p:cNvSpPr/>
              <p:nvPr/>
            </p:nvSpPr>
            <p:spPr>
              <a:xfrm>
                <a:off x="7980618" y="3273675"/>
                <a:ext cx="252000" cy="252000"/>
              </a:xfrm>
              <a:prstGeom prst="ellipse">
                <a:avLst/>
              </a:prstGeom>
              <a:ln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dirty="0"/>
              </a:p>
            </p:txBody>
          </p:sp>
          <p:sp>
            <p:nvSpPr>
              <p:cNvPr id="25" name="Ellipse 24">
                <a:extLst>
                  <a:ext uri="{FF2B5EF4-FFF2-40B4-BE49-F238E27FC236}">
                    <a16:creationId xmlns:a16="http://schemas.microsoft.com/office/drawing/2014/main" id="{D96B1962-D093-018C-9153-2F00D852A262}"/>
                  </a:ext>
                </a:extLst>
              </p:cNvPr>
              <p:cNvSpPr/>
              <p:nvPr/>
            </p:nvSpPr>
            <p:spPr>
              <a:xfrm>
                <a:off x="8034618" y="3327675"/>
                <a:ext cx="144000" cy="144000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fr-FR" dirty="0"/>
              </a:p>
            </p:txBody>
          </p:sp>
        </p:grpSp>
        <p:grpSp>
          <p:nvGrpSpPr>
            <p:cNvPr id="26" name="Groupe 25">
              <a:extLst>
                <a:ext uri="{FF2B5EF4-FFF2-40B4-BE49-F238E27FC236}">
                  <a16:creationId xmlns:a16="http://schemas.microsoft.com/office/drawing/2014/main" id="{E93F1676-8113-8CD1-50CF-956B5FE2CA78}"/>
                </a:ext>
              </a:extLst>
            </p:cNvPr>
            <p:cNvGrpSpPr/>
            <p:nvPr/>
          </p:nvGrpSpPr>
          <p:grpSpPr>
            <a:xfrm>
              <a:off x="3957734" y="3159896"/>
              <a:ext cx="252000" cy="252000"/>
              <a:chOff x="7980618" y="3273675"/>
              <a:chExt cx="252000" cy="252000"/>
            </a:xfrm>
          </p:grpSpPr>
          <p:sp>
            <p:nvSpPr>
              <p:cNvPr id="27" name="Ellipse 26">
                <a:extLst>
                  <a:ext uri="{FF2B5EF4-FFF2-40B4-BE49-F238E27FC236}">
                    <a16:creationId xmlns:a16="http://schemas.microsoft.com/office/drawing/2014/main" id="{C2E4A764-3D62-4DBE-5B52-42DDFD44FE76}"/>
                  </a:ext>
                </a:extLst>
              </p:cNvPr>
              <p:cNvSpPr/>
              <p:nvPr/>
            </p:nvSpPr>
            <p:spPr>
              <a:xfrm>
                <a:off x="7980618" y="3273675"/>
                <a:ext cx="252000" cy="252000"/>
              </a:xfrm>
              <a:prstGeom prst="ellipse">
                <a:avLst/>
              </a:prstGeom>
              <a:solidFill>
                <a:schemeClr val="accent2"/>
              </a:solidFill>
              <a:ln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dirty="0"/>
              </a:p>
            </p:txBody>
          </p:sp>
          <p:sp>
            <p:nvSpPr>
              <p:cNvPr id="28" name="Ellipse 27">
                <a:extLst>
                  <a:ext uri="{FF2B5EF4-FFF2-40B4-BE49-F238E27FC236}">
                    <a16:creationId xmlns:a16="http://schemas.microsoft.com/office/drawing/2014/main" id="{CED0596E-892D-FE51-57BA-31DC34DCFA1D}"/>
                  </a:ext>
                </a:extLst>
              </p:cNvPr>
              <p:cNvSpPr/>
              <p:nvPr/>
            </p:nvSpPr>
            <p:spPr>
              <a:xfrm>
                <a:off x="8034618" y="3327675"/>
                <a:ext cx="144000" cy="144000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fr-FR" dirty="0"/>
              </a:p>
            </p:txBody>
          </p:sp>
        </p:grpSp>
        <p:grpSp>
          <p:nvGrpSpPr>
            <p:cNvPr id="35" name="Groupe 34">
              <a:extLst>
                <a:ext uri="{FF2B5EF4-FFF2-40B4-BE49-F238E27FC236}">
                  <a16:creationId xmlns:a16="http://schemas.microsoft.com/office/drawing/2014/main" id="{2E05F8CE-743B-2750-28FE-30D2E1C6040B}"/>
                </a:ext>
              </a:extLst>
            </p:cNvPr>
            <p:cNvGrpSpPr/>
            <p:nvPr/>
          </p:nvGrpSpPr>
          <p:grpSpPr>
            <a:xfrm flipH="1">
              <a:off x="1182792" y="2760182"/>
              <a:ext cx="1206000" cy="1080000"/>
              <a:chOff x="6207618" y="2265872"/>
              <a:chExt cx="1206000" cy="1080000"/>
            </a:xfrm>
          </p:grpSpPr>
          <p:sp>
            <p:nvSpPr>
              <p:cNvPr id="5" name="Ellipse 4">
                <a:extLst>
                  <a:ext uri="{FF2B5EF4-FFF2-40B4-BE49-F238E27FC236}">
                    <a16:creationId xmlns:a16="http://schemas.microsoft.com/office/drawing/2014/main" id="{31EA7E77-02AA-3D4A-767D-AB3DE542AABE}"/>
                  </a:ext>
                </a:extLst>
              </p:cNvPr>
              <p:cNvSpPr/>
              <p:nvPr/>
            </p:nvSpPr>
            <p:spPr>
              <a:xfrm>
                <a:off x="6333618" y="2265872"/>
                <a:ext cx="1080000" cy="1080000"/>
              </a:xfrm>
              <a:prstGeom prst="ellipse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dirty="0"/>
              </a:p>
            </p:txBody>
          </p:sp>
          <p:grpSp>
            <p:nvGrpSpPr>
              <p:cNvPr id="14" name="Groupe 13">
                <a:extLst>
                  <a:ext uri="{FF2B5EF4-FFF2-40B4-BE49-F238E27FC236}">
                    <a16:creationId xmlns:a16="http://schemas.microsoft.com/office/drawing/2014/main" id="{E946E91E-05E4-C513-7ABB-1A94B0465199}"/>
                  </a:ext>
                </a:extLst>
              </p:cNvPr>
              <p:cNvGrpSpPr/>
              <p:nvPr/>
            </p:nvGrpSpPr>
            <p:grpSpPr>
              <a:xfrm>
                <a:off x="6207618" y="2666130"/>
                <a:ext cx="252000" cy="252000"/>
                <a:chOff x="7980618" y="3273675"/>
                <a:chExt cx="252000" cy="252000"/>
              </a:xfrm>
            </p:grpSpPr>
            <p:sp>
              <p:nvSpPr>
                <p:cNvPr id="15" name="Ellipse 14">
                  <a:extLst>
                    <a:ext uri="{FF2B5EF4-FFF2-40B4-BE49-F238E27FC236}">
                      <a16:creationId xmlns:a16="http://schemas.microsoft.com/office/drawing/2014/main" id="{0BFDD5C5-DA3C-2D09-94F9-4B638006A557}"/>
                    </a:ext>
                  </a:extLst>
                </p:cNvPr>
                <p:cNvSpPr/>
                <p:nvPr/>
              </p:nvSpPr>
              <p:spPr>
                <a:xfrm>
                  <a:off x="7980618" y="3273675"/>
                  <a:ext cx="252000" cy="252000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solidFill>
                    <a:schemeClr val="bg2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 dirty="0"/>
                </a:p>
              </p:txBody>
            </p:sp>
            <p:sp>
              <p:nvSpPr>
                <p:cNvPr id="16" name="Ellipse 15">
                  <a:extLst>
                    <a:ext uri="{FF2B5EF4-FFF2-40B4-BE49-F238E27FC236}">
                      <a16:creationId xmlns:a16="http://schemas.microsoft.com/office/drawing/2014/main" id="{0BC57CD7-057B-947E-50E1-8BF925A0A833}"/>
                    </a:ext>
                  </a:extLst>
                </p:cNvPr>
                <p:cNvSpPr/>
                <p:nvPr/>
              </p:nvSpPr>
              <p:spPr>
                <a:xfrm>
                  <a:off x="8034618" y="3327675"/>
                  <a:ext cx="144000" cy="144000"/>
                </a:xfrm>
                <a:prstGeom prst="ellipse">
                  <a:avLst/>
                </a:prstGeom>
                <a:ln>
                  <a:noFill/>
                </a:ln>
              </p:spPr>
              <p:style>
                <a:lnRef idx="2">
                  <a:schemeClr val="accent1"/>
                </a:lnRef>
                <a:fillRef idx="1">
                  <a:schemeClr val="lt1"/>
                </a:fillRef>
                <a:effectRef idx="0">
                  <a:schemeClr val="accent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fr-FR" dirty="0"/>
                </a:p>
              </p:txBody>
            </p:sp>
          </p:grpSp>
        </p:grpSp>
        <p:cxnSp>
          <p:nvCxnSpPr>
            <p:cNvPr id="37" name="Connecteur droit avec flèche 36">
              <a:extLst>
                <a:ext uri="{FF2B5EF4-FFF2-40B4-BE49-F238E27FC236}">
                  <a16:creationId xmlns:a16="http://schemas.microsoft.com/office/drawing/2014/main" id="{CE0BF89C-A013-9589-E207-49784BB9B3F1}"/>
                </a:ext>
              </a:extLst>
            </p:cNvPr>
            <p:cNvCxnSpPr>
              <a:cxnSpLocks/>
              <a:stCxn id="16" idx="2"/>
              <a:endCxn id="25" idx="2"/>
            </p:cNvCxnSpPr>
            <p:nvPr/>
          </p:nvCxnSpPr>
          <p:spPr>
            <a:xfrm flipV="1">
              <a:off x="2334792" y="3285896"/>
              <a:ext cx="856991" cy="544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8" name="Rectangle 1">
              <a:extLst>
                <a:ext uri="{FF2B5EF4-FFF2-40B4-BE49-F238E27FC236}">
                  <a16:creationId xmlns:a16="http://schemas.microsoft.com/office/drawing/2014/main" id="{0D6A51B7-41C0-7EA6-3E51-67B3CA511E7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51568" y="2712882"/>
              <a:ext cx="1682030" cy="997196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lvl="0"/>
              <a:r>
                <a:rPr kumimoji="0" lang="fr-FR" altLang="fr-FR" sz="1200" b="1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rPr>
                <a:t>FreshAir.Object</a:t>
              </a:r>
              <a:r>
                <a:rPr kumimoji="0" lang="fr-FR" altLang="fr-FR" sz="1200" b="1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rPr>
                <a:t>()</a:t>
              </a:r>
              <a:r>
                <a:rPr lang="fr-FR" altLang="fr-FR" b="1" dirty="0"/>
                <a:t> </a:t>
              </a:r>
            </a:p>
            <a:p>
              <a:pPr lvl="0"/>
              <a:r>
                <a:rPr lang="pt-BR" altLang="fr-FR" dirty="0"/>
                <a:t>F_m3h=3000 #m3/h</a:t>
              </a:r>
            </a:p>
            <a:p>
              <a:pPr lvl="0"/>
              <a:r>
                <a:rPr lang="pt-BR" altLang="fr-FR" dirty="0"/>
                <a:t>T=5 #°C</a:t>
              </a:r>
            </a:p>
            <a:p>
              <a:pPr lvl="0"/>
              <a:r>
                <a:rPr lang="pt-BR" altLang="fr-FR" dirty="0"/>
                <a:t>RH=80 # %</a:t>
              </a:r>
              <a:endParaRPr kumimoji="0" lang="fr-FR" altLang="fr-FR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49" name="Rectangle 2">
              <a:extLst>
                <a:ext uri="{FF2B5EF4-FFF2-40B4-BE49-F238E27FC236}">
                  <a16:creationId xmlns:a16="http://schemas.microsoft.com/office/drawing/2014/main" id="{2CB849B6-F822-5C12-B9F6-87D377C2E85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952020" y="2086535"/>
              <a:ext cx="1681965" cy="49705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3000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fr-FR" altLang="fr-FR" sz="1200" b="1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rPr>
                <a:t>HeatingCoil.Object</a:t>
              </a:r>
              <a:r>
                <a:rPr kumimoji="0" lang="fr-FR" altLang="fr-FR" sz="1200" b="1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rPr>
                <a:t>()</a:t>
              </a:r>
            </a:p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3000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fr-FR" sz="1100" b="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</a:rPr>
                <a:t>To_target</a:t>
              </a:r>
              <a:r>
                <a:rPr kumimoji="0" lang="en-US" altLang="fr-FR" sz="11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</a:rPr>
                <a:t>=20 #°C</a:t>
              </a:r>
              <a:endParaRPr kumimoji="0" lang="fr-FR" altLang="fr-F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52" name="Rectangle 4">
              <a:extLst>
                <a:ext uri="{FF2B5EF4-FFF2-40B4-BE49-F238E27FC236}">
                  <a16:creationId xmlns:a16="http://schemas.microsoft.com/office/drawing/2014/main" id="{4FDB5366-4AC5-7356-6FC0-6F22DA91D4C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263666" y="3252977"/>
              <a:ext cx="1153532" cy="27699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3000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fr-FR" altLang="fr-FR" sz="1200" b="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rPr>
                <a:t>Air_connect</a:t>
              </a:r>
              <a:endParaRPr kumimoji="0" lang="fr-FR" altLang="fr-F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D58DA24D-3114-9498-312B-4E7F22D49BDA}"/>
                </a:ext>
              </a:extLst>
            </p:cNvPr>
            <p:cNvSpPr/>
            <p:nvPr/>
          </p:nvSpPr>
          <p:spPr>
            <a:xfrm rot="7139812">
              <a:off x="2879927" y="3237146"/>
              <a:ext cx="1586018" cy="101224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30" name="Rectangle 4">
              <a:extLst>
                <a:ext uri="{FF2B5EF4-FFF2-40B4-BE49-F238E27FC236}">
                  <a16:creationId xmlns:a16="http://schemas.microsoft.com/office/drawing/2014/main" id="{D0E81706-907B-96EA-F84D-DD7509A4BEC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078410" y="3262833"/>
              <a:ext cx="1153532" cy="27699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3000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fr-FR" altLang="fr-FR" sz="1200" b="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rPr>
                <a:t>Air_connect</a:t>
              </a:r>
              <a:endParaRPr kumimoji="0" lang="fr-FR" altLang="fr-F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grpSp>
          <p:nvGrpSpPr>
            <p:cNvPr id="31" name="Groupe 30">
              <a:extLst>
                <a:ext uri="{FF2B5EF4-FFF2-40B4-BE49-F238E27FC236}">
                  <a16:creationId xmlns:a16="http://schemas.microsoft.com/office/drawing/2014/main" id="{46507631-6A60-2161-ADE9-FD4870A5690D}"/>
                </a:ext>
              </a:extLst>
            </p:cNvPr>
            <p:cNvGrpSpPr/>
            <p:nvPr/>
          </p:nvGrpSpPr>
          <p:grpSpPr>
            <a:xfrm>
              <a:off x="4991983" y="3159896"/>
              <a:ext cx="252000" cy="252000"/>
              <a:chOff x="7980618" y="3273675"/>
              <a:chExt cx="252000" cy="252000"/>
            </a:xfrm>
          </p:grpSpPr>
          <p:sp>
            <p:nvSpPr>
              <p:cNvPr id="32" name="Ellipse 31">
                <a:extLst>
                  <a:ext uri="{FF2B5EF4-FFF2-40B4-BE49-F238E27FC236}">
                    <a16:creationId xmlns:a16="http://schemas.microsoft.com/office/drawing/2014/main" id="{4D17402E-5664-C331-AAEA-8C6D1B6A7727}"/>
                  </a:ext>
                </a:extLst>
              </p:cNvPr>
              <p:cNvSpPr/>
              <p:nvPr/>
            </p:nvSpPr>
            <p:spPr>
              <a:xfrm>
                <a:off x="7980618" y="3273675"/>
                <a:ext cx="252000" cy="252000"/>
              </a:xfrm>
              <a:prstGeom prst="ellipse">
                <a:avLst/>
              </a:prstGeom>
              <a:ln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dirty="0"/>
              </a:p>
            </p:txBody>
          </p:sp>
          <p:sp>
            <p:nvSpPr>
              <p:cNvPr id="36" name="Ellipse 35">
                <a:extLst>
                  <a:ext uri="{FF2B5EF4-FFF2-40B4-BE49-F238E27FC236}">
                    <a16:creationId xmlns:a16="http://schemas.microsoft.com/office/drawing/2014/main" id="{F7E95FCB-9456-2F18-37AF-4706EEEA1CC7}"/>
                  </a:ext>
                </a:extLst>
              </p:cNvPr>
              <p:cNvSpPr/>
              <p:nvPr/>
            </p:nvSpPr>
            <p:spPr>
              <a:xfrm>
                <a:off x="8034618" y="3327675"/>
                <a:ext cx="144000" cy="144000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fr-FR" dirty="0"/>
              </a:p>
            </p:txBody>
          </p:sp>
        </p:grpSp>
        <p:grpSp>
          <p:nvGrpSpPr>
            <p:cNvPr id="38" name="Groupe 37">
              <a:extLst>
                <a:ext uri="{FF2B5EF4-FFF2-40B4-BE49-F238E27FC236}">
                  <a16:creationId xmlns:a16="http://schemas.microsoft.com/office/drawing/2014/main" id="{05681A9D-F5E7-1FAA-AD52-7FD09939FFB1}"/>
                </a:ext>
              </a:extLst>
            </p:cNvPr>
            <p:cNvGrpSpPr/>
            <p:nvPr/>
          </p:nvGrpSpPr>
          <p:grpSpPr>
            <a:xfrm>
              <a:off x="5656359" y="3159896"/>
              <a:ext cx="252000" cy="252000"/>
              <a:chOff x="7980618" y="3273675"/>
              <a:chExt cx="252000" cy="252000"/>
            </a:xfrm>
          </p:grpSpPr>
          <p:sp>
            <p:nvSpPr>
              <p:cNvPr id="39" name="Ellipse 38">
                <a:extLst>
                  <a:ext uri="{FF2B5EF4-FFF2-40B4-BE49-F238E27FC236}">
                    <a16:creationId xmlns:a16="http://schemas.microsoft.com/office/drawing/2014/main" id="{EF9A12B3-5BA3-03ED-C2C2-02ADA6D6A35B}"/>
                  </a:ext>
                </a:extLst>
              </p:cNvPr>
              <p:cNvSpPr/>
              <p:nvPr/>
            </p:nvSpPr>
            <p:spPr>
              <a:xfrm>
                <a:off x="7980618" y="3273675"/>
                <a:ext cx="252000" cy="252000"/>
              </a:xfrm>
              <a:prstGeom prst="ellipse">
                <a:avLst/>
              </a:prstGeom>
              <a:solidFill>
                <a:schemeClr val="accent2"/>
              </a:solidFill>
              <a:ln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dirty="0"/>
              </a:p>
            </p:txBody>
          </p:sp>
          <p:sp>
            <p:nvSpPr>
              <p:cNvPr id="41" name="Ellipse 40">
                <a:extLst>
                  <a:ext uri="{FF2B5EF4-FFF2-40B4-BE49-F238E27FC236}">
                    <a16:creationId xmlns:a16="http://schemas.microsoft.com/office/drawing/2014/main" id="{3DFD6523-501D-8019-C19C-0FDDD2387F29}"/>
                  </a:ext>
                </a:extLst>
              </p:cNvPr>
              <p:cNvSpPr/>
              <p:nvPr/>
            </p:nvSpPr>
            <p:spPr>
              <a:xfrm>
                <a:off x="8034618" y="3327675"/>
                <a:ext cx="144000" cy="144000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fr-FR" dirty="0"/>
              </a:p>
            </p:txBody>
          </p:sp>
        </p:grpSp>
        <p:cxnSp>
          <p:nvCxnSpPr>
            <p:cNvPr id="40" name="Connecteur droit avec flèche 39">
              <a:extLst>
                <a:ext uri="{FF2B5EF4-FFF2-40B4-BE49-F238E27FC236}">
                  <a16:creationId xmlns:a16="http://schemas.microsoft.com/office/drawing/2014/main" id="{11E67197-EE97-EEB9-FCFB-2FAFABDF41E7}"/>
                </a:ext>
              </a:extLst>
            </p:cNvPr>
            <p:cNvCxnSpPr>
              <a:cxnSpLocks/>
              <a:stCxn id="28" idx="6"/>
              <a:endCxn id="36" idx="2"/>
            </p:cNvCxnSpPr>
            <p:nvPr/>
          </p:nvCxnSpPr>
          <p:spPr>
            <a:xfrm>
              <a:off x="4155734" y="3285896"/>
              <a:ext cx="890249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63" name="Groupe 62">
              <a:extLst>
                <a:ext uri="{FF2B5EF4-FFF2-40B4-BE49-F238E27FC236}">
                  <a16:creationId xmlns:a16="http://schemas.microsoft.com/office/drawing/2014/main" id="{9B8C9515-1C63-F78B-1F82-52AB52E04E41}"/>
                </a:ext>
              </a:extLst>
            </p:cNvPr>
            <p:cNvGrpSpPr/>
            <p:nvPr/>
          </p:nvGrpSpPr>
          <p:grpSpPr>
            <a:xfrm>
              <a:off x="5278301" y="2598467"/>
              <a:ext cx="371625" cy="1512000"/>
              <a:chOff x="5452926" y="2598467"/>
              <a:chExt cx="371625" cy="1512000"/>
            </a:xfrm>
          </p:grpSpPr>
          <p:sp>
            <p:nvSpPr>
              <p:cNvPr id="45" name="Rectangle 44">
                <a:extLst>
                  <a:ext uri="{FF2B5EF4-FFF2-40B4-BE49-F238E27FC236}">
                    <a16:creationId xmlns:a16="http://schemas.microsoft.com/office/drawing/2014/main" id="{F2AE0E85-478F-CA59-4741-856AA549DE0C}"/>
                  </a:ext>
                </a:extLst>
              </p:cNvPr>
              <p:cNvSpPr/>
              <p:nvPr/>
            </p:nvSpPr>
            <p:spPr>
              <a:xfrm rot="5400000">
                <a:off x="4747538" y="3303855"/>
                <a:ext cx="1512000" cy="101224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dirty="0"/>
              </a:p>
            </p:txBody>
          </p:sp>
          <p:grpSp>
            <p:nvGrpSpPr>
              <p:cNvPr id="53" name="Groupe 52">
                <a:extLst>
                  <a:ext uri="{FF2B5EF4-FFF2-40B4-BE49-F238E27FC236}">
                    <a16:creationId xmlns:a16="http://schemas.microsoft.com/office/drawing/2014/main" id="{B49333B1-D0F9-4A80-B105-1AD9EF26C10C}"/>
                  </a:ext>
                </a:extLst>
              </p:cNvPr>
              <p:cNvGrpSpPr/>
              <p:nvPr/>
            </p:nvGrpSpPr>
            <p:grpSpPr>
              <a:xfrm>
                <a:off x="5514226" y="2707377"/>
                <a:ext cx="296217" cy="185509"/>
                <a:chOff x="6052389" y="2688327"/>
                <a:chExt cx="296217" cy="185509"/>
              </a:xfrm>
            </p:grpSpPr>
            <p:sp>
              <p:nvSpPr>
                <p:cNvPr id="46" name="Rectangle 45">
                  <a:extLst>
                    <a:ext uri="{FF2B5EF4-FFF2-40B4-BE49-F238E27FC236}">
                      <a16:creationId xmlns:a16="http://schemas.microsoft.com/office/drawing/2014/main" id="{1DCF45D5-2819-E43D-EB51-F86B3AD359BA}"/>
                    </a:ext>
                  </a:extLst>
                </p:cNvPr>
                <p:cNvSpPr/>
                <p:nvPr/>
              </p:nvSpPr>
              <p:spPr>
                <a:xfrm rot="9027910">
                  <a:off x="6052390" y="2688327"/>
                  <a:ext cx="296216" cy="45719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 dirty="0"/>
                </a:p>
              </p:txBody>
            </p:sp>
            <p:sp>
              <p:nvSpPr>
                <p:cNvPr id="47" name="Rectangle 46">
                  <a:extLst>
                    <a:ext uri="{FF2B5EF4-FFF2-40B4-BE49-F238E27FC236}">
                      <a16:creationId xmlns:a16="http://schemas.microsoft.com/office/drawing/2014/main" id="{1B9BA311-013E-89A3-A0AA-6C1E8122016D}"/>
                    </a:ext>
                  </a:extLst>
                </p:cNvPr>
                <p:cNvSpPr/>
                <p:nvPr/>
              </p:nvSpPr>
              <p:spPr>
                <a:xfrm rot="12510964">
                  <a:off x="6052389" y="2828117"/>
                  <a:ext cx="296216" cy="45719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 dirty="0"/>
                </a:p>
              </p:txBody>
            </p:sp>
          </p:grpSp>
          <p:grpSp>
            <p:nvGrpSpPr>
              <p:cNvPr id="54" name="Groupe 53">
                <a:extLst>
                  <a:ext uri="{FF2B5EF4-FFF2-40B4-BE49-F238E27FC236}">
                    <a16:creationId xmlns:a16="http://schemas.microsoft.com/office/drawing/2014/main" id="{5DA215D5-98CF-0F0E-B1C9-2FBC340956C1}"/>
                  </a:ext>
                </a:extLst>
              </p:cNvPr>
              <p:cNvGrpSpPr/>
              <p:nvPr/>
            </p:nvGrpSpPr>
            <p:grpSpPr>
              <a:xfrm>
                <a:off x="5523651" y="3048831"/>
                <a:ext cx="296217" cy="185509"/>
                <a:chOff x="6052389" y="2688327"/>
                <a:chExt cx="296217" cy="185509"/>
              </a:xfrm>
            </p:grpSpPr>
            <p:sp>
              <p:nvSpPr>
                <p:cNvPr id="55" name="Rectangle 54">
                  <a:extLst>
                    <a:ext uri="{FF2B5EF4-FFF2-40B4-BE49-F238E27FC236}">
                      <a16:creationId xmlns:a16="http://schemas.microsoft.com/office/drawing/2014/main" id="{73B02292-4C3A-6E3C-D646-55E18F47BB93}"/>
                    </a:ext>
                  </a:extLst>
                </p:cNvPr>
                <p:cNvSpPr/>
                <p:nvPr/>
              </p:nvSpPr>
              <p:spPr>
                <a:xfrm rot="9027910">
                  <a:off x="6052390" y="2688327"/>
                  <a:ext cx="296216" cy="45719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 dirty="0"/>
                </a:p>
              </p:txBody>
            </p:sp>
            <p:sp>
              <p:nvSpPr>
                <p:cNvPr id="56" name="Rectangle 55">
                  <a:extLst>
                    <a:ext uri="{FF2B5EF4-FFF2-40B4-BE49-F238E27FC236}">
                      <a16:creationId xmlns:a16="http://schemas.microsoft.com/office/drawing/2014/main" id="{FE4B09DC-B097-7F80-B5B0-6D8888927456}"/>
                    </a:ext>
                  </a:extLst>
                </p:cNvPr>
                <p:cNvSpPr/>
                <p:nvPr/>
              </p:nvSpPr>
              <p:spPr>
                <a:xfrm rot="12510964">
                  <a:off x="6052389" y="2828117"/>
                  <a:ext cx="296216" cy="45719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 dirty="0"/>
                </a:p>
              </p:txBody>
            </p:sp>
          </p:grpSp>
          <p:grpSp>
            <p:nvGrpSpPr>
              <p:cNvPr id="57" name="Groupe 56">
                <a:extLst>
                  <a:ext uri="{FF2B5EF4-FFF2-40B4-BE49-F238E27FC236}">
                    <a16:creationId xmlns:a16="http://schemas.microsoft.com/office/drawing/2014/main" id="{8E07988F-FDA6-1E43-D08E-1D4868C7C87D}"/>
                  </a:ext>
                </a:extLst>
              </p:cNvPr>
              <p:cNvGrpSpPr/>
              <p:nvPr/>
            </p:nvGrpSpPr>
            <p:grpSpPr>
              <a:xfrm>
                <a:off x="5521280" y="3390625"/>
                <a:ext cx="296217" cy="185509"/>
                <a:chOff x="6052389" y="2688327"/>
                <a:chExt cx="296217" cy="185509"/>
              </a:xfrm>
            </p:grpSpPr>
            <p:sp>
              <p:nvSpPr>
                <p:cNvPr id="58" name="Rectangle 57">
                  <a:extLst>
                    <a:ext uri="{FF2B5EF4-FFF2-40B4-BE49-F238E27FC236}">
                      <a16:creationId xmlns:a16="http://schemas.microsoft.com/office/drawing/2014/main" id="{A8D656B6-0831-D951-6F51-6E15B18DDFD2}"/>
                    </a:ext>
                  </a:extLst>
                </p:cNvPr>
                <p:cNvSpPr/>
                <p:nvPr/>
              </p:nvSpPr>
              <p:spPr>
                <a:xfrm rot="9027910">
                  <a:off x="6052390" y="2688327"/>
                  <a:ext cx="296216" cy="45719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 dirty="0"/>
                </a:p>
              </p:txBody>
            </p:sp>
            <p:sp>
              <p:nvSpPr>
                <p:cNvPr id="59" name="Rectangle 58">
                  <a:extLst>
                    <a:ext uri="{FF2B5EF4-FFF2-40B4-BE49-F238E27FC236}">
                      <a16:creationId xmlns:a16="http://schemas.microsoft.com/office/drawing/2014/main" id="{075D32BA-D8DF-423F-B39D-8A13F3E396A7}"/>
                    </a:ext>
                  </a:extLst>
                </p:cNvPr>
                <p:cNvSpPr/>
                <p:nvPr/>
              </p:nvSpPr>
              <p:spPr>
                <a:xfrm rot="12510964">
                  <a:off x="6052389" y="2828117"/>
                  <a:ext cx="296216" cy="45719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 dirty="0"/>
                </a:p>
              </p:txBody>
            </p:sp>
          </p:grpSp>
          <p:grpSp>
            <p:nvGrpSpPr>
              <p:cNvPr id="60" name="Groupe 59">
                <a:extLst>
                  <a:ext uri="{FF2B5EF4-FFF2-40B4-BE49-F238E27FC236}">
                    <a16:creationId xmlns:a16="http://schemas.microsoft.com/office/drawing/2014/main" id="{8D4756DE-F5B1-76D0-DAE6-BEE569D1DC6C}"/>
                  </a:ext>
                </a:extLst>
              </p:cNvPr>
              <p:cNvGrpSpPr/>
              <p:nvPr/>
            </p:nvGrpSpPr>
            <p:grpSpPr>
              <a:xfrm>
                <a:off x="5528334" y="3728046"/>
                <a:ext cx="296217" cy="185509"/>
                <a:chOff x="6052389" y="2688327"/>
                <a:chExt cx="296217" cy="185509"/>
              </a:xfrm>
            </p:grpSpPr>
            <p:sp>
              <p:nvSpPr>
                <p:cNvPr id="61" name="Rectangle 60">
                  <a:extLst>
                    <a:ext uri="{FF2B5EF4-FFF2-40B4-BE49-F238E27FC236}">
                      <a16:creationId xmlns:a16="http://schemas.microsoft.com/office/drawing/2014/main" id="{0C7BF1C0-B3F7-5C56-7647-1E985EB189E9}"/>
                    </a:ext>
                  </a:extLst>
                </p:cNvPr>
                <p:cNvSpPr/>
                <p:nvPr/>
              </p:nvSpPr>
              <p:spPr>
                <a:xfrm rot="9027910">
                  <a:off x="6052390" y="2688327"/>
                  <a:ext cx="296216" cy="45719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 dirty="0"/>
                </a:p>
              </p:txBody>
            </p:sp>
            <p:sp>
              <p:nvSpPr>
                <p:cNvPr id="62" name="Rectangle 61">
                  <a:extLst>
                    <a:ext uri="{FF2B5EF4-FFF2-40B4-BE49-F238E27FC236}">
                      <a16:creationId xmlns:a16="http://schemas.microsoft.com/office/drawing/2014/main" id="{912E6D04-2A0A-4015-C17D-0B4BD123BFCA}"/>
                    </a:ext>
                  </a:extLst>
                </p:cNvPr>
                <p:cNvSpPr/>
                <p:nvPr/>
              </p:nvSpPr>
              <p:spPr>
                <a:xfrm rot="12510964">
                  <a:off x="6052389" y="2828117"/>
                  <a:ext cx="296216" cy="45719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 dirty="0"/>
                </a:p>
              </p:txBody>
            </p:sp>
          </p:grpSp>
        </p:grpSp>
        <p:sp>
          <p:nvSpPr>
            <p:cNvPr id="64" name="Rectangle 2">
              <a:extLst>
                <a:ext uri="{FF2B5EF4-FFF2-40B4-BE49-F238E27FC236}">
                  <a16:creationId xmlns:a16="http://schemas.microsoft.com/office/drawing/2014/main" id="{163F69F6-6F64-A295-6B24-075CBEAE88F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84034" y="1851863"/>
              <a:ext cx="1681965" cy="73712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3000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fr-FR" altLang="fr-FR" sz="1200" b="1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rPr>
                <a:t>Humidifier.Object</a:t>
              </a:r>
              <a:r>
                <a:rPr kumimoji="0" lang="fr-FR" altLang="fr-FR" sz="1200" b="1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rPr>
                <a:t>()</a:t>
              </a:r>
            </a:p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3000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fr-FR" sz="1100" b="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</a:rPr>
                <a:t>wo_target</a:t>
              </a:r>
              <a:r>
                <a:rPr kumimoji="0" lang="en-US" altLang="fr-FR" sz="11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</a:rPr>
                <a:t>=8 </a:t>
              </a:r>
            </a:p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3000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fr-FR" altLang="fr-FR" sz="1100" dirty="0" err="1"/>
                <a:t>HumidType</a:t>
              </a:r>
              <a:r>
                <a:rPr lang="fr-FR" altLang="fr-FR" sz="1100" dirty="0"/>
                <a:t>="vapeur"</a:t>
              </a:r>
            </a:p>
          </p:txBody>
        </p:sp>
      </p:grpSp>
      <p:cxnSp>
        <p:nvCxnSpPr>
          <p:cNvPr id="11" name="Connecteur droit 10">
            <a:extLst>
              <a:ext uri="{FF2B5EF4-FFF2-40B4-BE49-F238E27FC236}">
                <a16:creationId xmlns:a16="http://schemas.microsoft.com/office/drawing/2014/main" id="{F6A1870C-6A55-EF7E-2319-916AEA7E2DDF}"/>
              </a:ext>
            </a:extLst>
          </p:cNvPr>
          <p:cNvCxnSpPr/>
          <p:nvPr/>
        </p:nvCxnSpPr>
        <p:spPr>
          <a:xfrm>
            <a:off x="2654300" y="2222500"/>
            <a:ext cx="914400" cy="9144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72" name="Groupe 71">
            <a:extLst>
              <a:ext uri="{FF2B5EF4-FFF2-40B4-BE49-F238E27FC236}">
                <a16:creationId xmlns:a16="http://schemas.microsoft.com/office/drawing/2014/main" id="{EFC56DD4-19ED-732E-6A2C-CCA96BF8CECD}"/>
              </a:ext>
            </a:extLst>
          </p:cNvPr>
          <p:cNvGrpSpPr/>
          <p:nvPr/>
        </p:nvGrpSpPr>
        <p:grpSpPr>
          <a:xfrm>
            <a:off x="3111500" y="4367181"/>
            <a:ext cx="736374" cy="1720304"/>
            <a:chOff x="3111500" y="4367181"/>
            <a:chExt cx="736374" cy="1720304"/>
          </a:xfrm>
        </p:grpSpPr>
        <p:grpSp>
          <p:nvGrpSpPr>
            <p:cNvPr id="22" name="Groupe 21">
              <a:extLst>
                <a:ext uri="{FF2B5EF4-FFF2-40B4-BE49-F238E27FC236}">
                  <a16:creationId xmlns:a16="http://schemas.microsoft.com/office/drawing/2014/main" id="{620D9C41-7B33-4E45-C001-C95DEEF31B09}"/>
                </a:ext>
              </a:extLst>
            </p:cNvPr>
            <p:cNvGrpSpPr/>
            <p:nvPr/>
          </p:nvGrpSpPr>
          <p:grpSpPr>
            <a:xfrm>
              <a:off x="3111500" y="4367181"/>
              <a:ext cx="736374" cy="1720304"/>
              <a:chOff x="2428519" y="4464596"/>
              <a:chExt cx="736374" cy="1720304"/>
            </a:xfrm>
          </p:grpSpPr>
          <p:grpSp>
            <p:nvGrpSpPr>
              <p:cNvPr id="29" name="Groupe 28">
                <a:extLst>
                  <a:ext uri="{FF2B5EF4-FFF2-40B4-BE49-F238E27FC236}">
                    <a16:creationId xmlns:a16="http://schemas.microsoft.com/office/drawing/2014/main" id="{CE2D92D1-369E-8651-6029-EB38A5176A22}"/>
                  </a:ext>
                </a:extLst>
              </p:cNvPr>
              <p:cNvGrpSpPr/>
              <p:nvPr/>
            </p:nvGrpSpPr>
            <p:grpSpPr>
              <a:xfrm>
                <a:off x="2428519" y="4464596"/>
                <a:ext cx="736374" cy="1340319"/>
                <a:chOff x="2428519" y="4464596"/>
                <a:chExt cx="736374" cy="1340319"/>
              </a:xfrm>
            </p:grpSpPr>
            <p:sp>
              <p:nvSpPr>
                <p:cNvPr id="43" name="Rectangle 42">
                  <a:extLst>
                    <a:ext uri="{FF2B5EF4-FFF2-40B4-BE49-F238E27FC236}">
                      <a16:creationId xmlns:a16="http://schemas.microsoft.com/office/drawing/2014/main" id="{914F6318-E458-7EC0-0ACF-CEF2FCFD5582}"/>
                    </a:ext>
                  </a:extLst>
                </p:cNvPr>
                <p:cNvSpPr/>
                <p:nvPr/>
              </p:nvSpPr>
              <p:spPr>
                <a:xfrm>
                  <a:off x="2428519" y="4464596"/>
                  <a:ext cx="736374" cy="1340319"/>
                </a:xfrm>
                <a:prstGeom prst="rect">
                  <a:avLst/>
                </a:prstGeom>
              </p:spPr>
              <p:style>
                <a:lnRef idx="2">
                  <a:schemeClr val="accent1"/>
                </a:lnRef>
                <a:fillRef idx="1">
                  <a:schemeClr val="lt1"/>
                </a:fillRef>
                <a:effectRef idx="0">
                  <a:schemeClr val="accent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fr-FR"/>
                </a:p>
              </p:txBody>
            </p:sp>
            <p:cxnSp>
              <p:nvCxnSpPr>
                <p:cNvPr id="44" name="Connecteur droit 43">
                  <a:extLst>
                    <a:ext uri="{FF2B5EF4-FFF2-40B4-BE49-F238E27FC236}">
                      <a16:creationId xmlns:a16="http://schemas.microsoft.com/office/drawing/2014/main" id="{AE2C6A86-88A9-E1EC-497F-7E30D9C055D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428519" y="4464596"/>
                  <a:ext cx="736374" cy="1340319"/>
                </a:xfrm>
                <a:prstGeom prst="line">
                  <a:avLst/>
                </a:prstGeom>
              </p:spPr>
              <p:style>
                <a:lnRef idx="2">
                  <a:schemeClr val="accent1"/>
                </a:lnRef>
                <a:fillRef idx="1">
                  <a:schemeClr val="lt1"/>
                </a:fillRef>
                <a:effectRef idx="0">
                  <a:schemeClr val="accent1"/>
                </a:effectRef>
                <a:fontRef idx="minor">
                  <a:schemeClr val="dk1"/>
                </a:fontRef>
              </p:style>
            </p:cxnSp>
          </p:grpSp>
          <p:cxnSp>
            <p:nvCxnSpPr>
              <p:cNvPr id="33" name="Connecteur droit 32">
                <a:extLst>
                  <a:ext uri="{FF2B5EF4-FFF2-40B4-BE49-F238E27FC236}">
                    <a16:creationId xmlns:a16="http://schemas.microsoft.com/office/drawing/2014/main" id="{C4ECF13E-3C24-A516-1947-A10F561725A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599342" y="5804915"/>
                <a:ext cx="0" cy="379985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</p:cxnSp>
          <p:cxnSp>
            <p:nvCxnSpPr>
              <p:cNvPr id="34" name="Connecteur droit 33">
                <a:extLst>
                  <a:ext uri="{FF2B5EF4-FFF2-40B4-BE49-F238E27FC236}">
                    <a16:creationId xmlns:a16="http://schemas.microsoft.com/office/drawing/2014/main" id="{C5D21A32-858A-99BE-FC98-01476759916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999392" y="5804915"/>
                <a:ext cx="0" cy="379985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</p:cxnSp>
        </p:grpSp>
        <p:cxnSp>
          <p:nvCxnSpPr>
            <p:cNvPr id="50" name="Connecteur droit 49">
              <a:extLst>
                <a:ext uri="{FF2B5EF4-FFF2-40B4-BE49-F238E27FC236}">
                  <a16:creationId xmlns:a16="http://schemas.microsoft.com/office/drawing/2014/main" id="{83192C74-C300-0835-A3D8-1CE03AC280FA}"/>
                </a:ext>
              </a:extLst>
            </p:cNvPr>
            <p:cNvCxnSpPr>
              <a:cxnSpLocks/>
            </p:cNvCxnSpPr>
            <p:nvPr/>
          </p:nvCxnSpPr>
          <p:spPr>
            <a:xfrm>
              <a:off x="3111500" y="4367181"/>
              <a:ext cx="736374" cy="1340319"/>
            </a:xfrm>
            <a:prstGeom prst="line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</p:cxnSp>
        <p:sp>
          <p:nvSpPr>
            <p:cNvPr id="69" name="ZoneTexte 68">
              <a:extLst>
                <a:ext uri="{FF2B5EF4-FFF2-40B4-BE49-F238E27FC236}">
                  <a16:creationId xmlns:a16="http://schemas.microsoft.com/office/drawing/2014/main" id="{E2A31586-8B71-8A7A-0B92-E3332D2BA7B0}"/>
                </a:ext>
              </a:extLst>
            </p:cNvPr>
            <p:cNvSpPr txBox="1"/>
            <p:nvPr/>
          </p:nvSpPr>
          <p:spPr>
            <a:xfrm>
              <a:off x="3111500" y="4367181"/>
              <a:ext cx="73637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1200" dirty="0" err="1"/>
                <a:t>Cooling</a:t>
              </a:r>
              <a:r>
                <a:rPr lang="fr-FR" sz="1200" dirty="0"/>
                <a:t> </a:t>
              </a:r>
              <a:r>
                <a:rPr lang="fr-FR" sz="1200" dirty="0" err="1"/>
                <a:t>Coil</a:t>
              </a:r>
              <a:endParaRPr lang="fr-FR" sz="1200" dirty="0"/>
            </a:p>
          </p:txBody>
        </p:sp>
      </p:grpSp>
      <p:grpSp>
        <p:nvGrpSpPr>
          <p:cNvPr id="71" name="Groupe 70">
            <a:extLst>
              <a:ext uri="{FF2B5EF4-FFF2-40B4-BE49-F238E27FC236}">
                <a16:creationId xmlns:a16="http://schemas.microsoft.com/office/drawing/2014/main" id="{6B3C9632-BB62-2ABA-136E-AE1276AEF591}"/>
              </a:ext>
            </a:extLst>
          </p:cNvPr>
          <p:cNvGrpSpPr/>
          <p:nvPr/>
        </p:nvGrpSpPr>
        <p:grpSpPr>
          <a:xfrm>
            <a:off x="1894605" y="4373881"/>
            <a:ext cx="736374" cy="1726700"/>
            <a:chOff x="1894605" y="4373881"/>
            <a:chExt cx="736374" cy="1726700"/>
          </a:xfrm>
        </p:grpSpPr>
        <p:grpSp>
          <p:nvGrpSpPr>
            <p:cNvPr id="20" name="Groupe 19">
              <a:extLst>
                <a:ext uri="{FF2B5EF4-FFF2-40B4-BE49-F238E27FC236}">
                  <a16:creationId xmlns:a16="http://schemas.microsoft.com/office/drawing/2014/main" id="{2E7B841C-7D88-BE22-7A5A-64E938FC491A}"/>
                </a:ext>
              </a:extLst>
            </p:cNvPr>
            <p:cNvGrpSpPr/>
            <p:nvPr/>
          </p:nvGrpSpPr>
          <p:grpSpPr>
            <a:xfrm>
              <a:off x="1894605" y="4380277"/>
              <a:ext cx="736374" cy="1720304"/>
              <a:chOff x="2428519" y="4464596"/>
              <a:chExt cx="736374" cy="1720304"/>
            </a:xfrm>
          </p:grpSpPr>
          <p:grpSp>
            <p:nvGrpSpPr>
              <p:cNvPr id="9" name="Groupe 8">
                <a:extLst>
                  <a:ext uri="{FF2B5EF4-FFF2-40B4-BE49-F238E27FC236}">
                    <a16:creationId xmlns:a16="http://schemas.microsoft.com/office/drawing/2014/main" id="{DCBEEA67-8241-D1D4-94F3-9517E12F0EFA}"/>
                  </a:ext>
                </a:extLst>
              </p:cNvPr>
              <p:cNvGrpSpPr/>
              <p:nvPr/>
            </p:nvGrpSpPr>
            <p:grpSpPr>
              <a:xfrm>
                <a:off x="2428519" y="4464596"/>
                <a:ext cx="736374" cy="1340319"/>
                <a:chOff x="2428519" y="4464596"/>
                <a:chExt cx="736374" cy="1340319"/>
              </a:xfrm>
            </p:grpSpPr>
            <p:sp>
              <p:nvSpPr>
                <p:cNvPr id="2" name="Rectangle 1">
                  <a:extLst>
                    <a:ext uri="{FF2B5EF4-FFF2-40B4-BE49-F238E27FC236}">
                      <a16:creationId xmlns:a16="http://schemas.microsoft.com/office/drawing/2014/main" id="{854C97C6-AA7F-8CE1-82A3-A76C8364D014}"/>
                    </a:ext>
                  </a:extLst>
                </p:cNvPr>
                <p:cNvSpPr/>
                <p:nvPr/>
              </p:nvSpPr>
              <p:spPr>
                <a:xfrm>
                  <a:off x="2428519" y="4464596"/>
                  <a:ext cx="736374" cy="1340319"/>
                </a:xfrm>
                <a:prstGeom prst="rect">
                  <a:avLst/>
                </a:prstGeom>
              </p:spPr>
              <p:style>
                <a:lnRef idx="2">
                  <a:schemeClr val="accent2"/>
                </a:lnRef>
                <a:fillRef idx="1">
                  <a:schemeClr val="lt1"/>
                </a:fillRef>
                <a:effectRef idx="0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fr-FR" dirty="0"/>
                </a:p>
              </p:txBody>
            </p:sp>
            <p:cxnSp>
              <p:nvCxnSpPr>
                <p:cNvPr id="6" name="Connecteur droit 5">
                  <a:extLst>
                    <a:ext uri="{FF2B5EF4-FFF2-40B4-BE49-F238E27FC236}">
                      <a16:creationId xmlns:a16="http://schemas.microsoft.com/office/drawing/2014/main" id="{93B52085-32D3-30D6-0207-95329C3DA06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428519" y="4464596"/>
                  <a:ext cx="736374" cy="1340319"/>
                </a:xfrm>
                <a:prstGeom prst="line">
                  <a:avLst/>
                </a:prstGeom>
              </p:spPr>
              <p:style>
                <a:lnRef idx="2">
                  <a:schemeClr val="accent2"/>
                </a:lnRef>
                <a:fillRef idx="0">
                  <a:schemeClr val="accent2"/>
                </a:fillRef>
                <a:effectRef idx="1">
                  <a:schemeClr val="accent2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12" name="Connecteur droit 11">
                <a:extLst>
                  <a:ext uri="{FF2B5EF4-FFF2-40B4-BE49-F238E27FC236}">
                    <a16:creationId xmlns:a16="http://schemas.microsoft.com/office/drawing/2014/main" id="{11C5AB9F-DAAC-61F0-2B09-ACD2B9A0547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599342" y="5804915"/>
                <a:ext cx="0" cy="379985"/>
              </a:xfrm>
              <a:prstGeom prst="line">
                <a:avLst/>
              </a:prstGeom>
            </p:spPr>
            <p:style>
              <a:lnRef idx="2">
                <a:schemeClr val="accent2"/>
              </a:lnRef>
              <a:fillRef idx="0">
                <a:schemeClr val="accent2"/>
              </a:fillRef>
              <a:effectRef idx="1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18" name="Connecteur droit 17">
                <a:extLst>
                  <a:ext uri="{FF2B5EF4-FFF2-40B4-BE49-F238E27FC236}">
                    <a16:creationId xmlns:a16="http://schemas.microsoft.com/office/drawing/2014/main" id="{009D6169-7A10-9570-1612-E7BD248893F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999392" y="5804915"/>
                <a:ext cx="0" cy="379985"/>
              </a:xfrm>
              <a:prstGeom prst="line">
                <a:avLst/>
              </a:prstGeom>
            </p:spPr>
            <p:style>
              <a:lnRef idx="2">
                <a:schemeClr val="accent2"/>
              </a:lnRef>
              <a:fillRef idx="0">
                <a:schemeClr val="accent2"/>
              </a:fillRef>
              <a:effectRef idx="1">
                <a:schemeClr val="accent2"/>
              </a:effectRef>
              <a:fontRef idx="minor">
                <a:schemeClr val="tx1"/>
              </a:fontRef>
            </p:style>
          </p:cxnSp>
        </p:grpSp>
        <p:sp>
          <p:nvSpPr>
            <p:cNvPr id="70" name="ZoneTexte 69">
              <a:extLst>
                <a:ext uri="{FF2B5EF4-FFF2-40B4-BE49-F238E27FC236}">
                  <a16:creationId xmlns:a16="http://schemas.microsoft.com/office/drawing/2014/main" id="{776FA1B0-8A53-5041-AD78-85836A653979}"/>
                </a:ext>
              </a:extLst>
            </p:cNvPr>
            <p:cNvSpPr txBox="1"/>
            <p:nvPr/>
          </p:nvSpPr>
          <p:spPr>
            <a:xfrm>
              <a:off x="1894605" y="4373881"/>
              <a:ext cx="73637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1200" dirty="0" err="1"/>
                <a:t>HeatingCoil</a:t>
              </a:r>
              <a:endParaRPr lang="fr-FR" sz="1200" dirty="0"/>
            </a:p>
          </p:txBody>
        </p:sp>
      </p:grpSp>
      <p:grpSp>
        <p:nvGrpSpPr>
          <p:cNvPr id="79" name="Groupe 78">
            <a:extLst>
              <a:ext uri="{FF2B5EF4-FFF2-40B4-BE49-F238E27FC236}">
                <a16:creationId xmlns:a16="http://schemas.microsoft.com/office/drawing/2014/main" id="{9DD2A27C-E3CE-C599-957F-42B578A76CE0}"/>
              </a:ext>
            </a:extLst>
          </p:cNvPr>
          <p:cNvGrpSpPr/>
          <p:nvPr/>
        </p:nvGrpSpPr>
        <p:grpSpPr>
          <a:xfrm>
            <a:off x="4540260" y="4974451"/>
            <a:ext cx="1825739" cy="276999"/>
            <a:chOff x="4540260" y="4974451"/>
            <a:chExt cx="1825739" cy="276999"/>
          </a:xfrm>
        </p:grpSpPr>
        <p:cxnSp>
          <p:nvCxnSpPr>
            <p:cNvPr id="74" name="Connecteur droit 73">
              <a:extLst>
                <a:ext uri="{FF2B5EF4-FFF2-40B4-BE49-F238E27FC236}">
                  <a16:creationId xmlns:a16="http://schemas.microsoft.com/office/drawing/2014/main" id="{F7C6068E-D575-266C-1DB2-79527F0A09B6}"/>
                </a:ext>
              </a:extLst>
            </p:cNvPr>
            <p:cNvCxnSpPr>
              <a:cxnSpLocks/>
            </p:cNvCxnSpPr>
            <p:nvPr/>
          </p:nvCxnSpPr>
          <p:spPr>
            <a:xfrm>
              <a:off x="4799080" y="5251450"/>
              <a:ext cx="1308100" cy="0"/>
            </a:xfrm>
            <a:prstGeom prst="line">
              <a:avLst/>
            </a:pr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75" name="Connecteur droit 74">
              <a:extLst>
                <a:ext uri="{FF2B5EF4-FFF2-40B4-BE49-F238E27FC236}">
                  <a16:creationId xmlns:a16="http://schemas.microsoft.com/office/drawing/2014/main" id="{EA73CCF4-CBE0-FE96-9B3C-A0A31AD60156}"/>
                </a:ext>
              </a:extLst>
            </p:cNvPr>
            <p:cNvCxnSpPr>
              <a:cxnSpLocks/>
            </p:cNvCxnSpPr>
            <p:nvPr/>
          </p:nvCxnSpPr>
          <p:spPr>
            <a:xfrm>
              <a:off x="6178550" y="5251450"/>
              <a:ext cx="187449" cy="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7" name="Connecteur droit 76">
              <a:extLst>
                <a:ext uri="{FF2B5EF4-FFF2-40B4-BE49-F238E27FC236}">
                  <a16:creationId xmlns:a16="http://schemas.microsoft.com/office/drawing/2014/main" id="{C7283F12-B9D6-7AA4-BA2D-B6F4B95665DD}"/>
                </a:ext>
              </a:extLst>
            </p:cNvPr>
            <p:cNvCxnSpPr>
              <a:cxnSpLocks/>
            </p:cNvCxnSpPr>
            <p:nvPr/>
          </p:nvCxnSpPr>
          <p:spPr>
            <a:xfrm>
              <a:off x="4540260" y="5251450"/>
              <a:ext cx="187449" cy="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78" name="ZoneTexte 77">
              <a:extLst>
                <a:ext uri="{FF2B5EF4-FFF2-40B4-BE49-F238E27FC236}">
                  <a16:creationId xmlns:a16="http://schemas.microsoft.com/office/drawing/2014/main" id="{47F32088-08D2-599F-4139-7D374842BFC1}"/>
                </a:ext>
              </a:extLst>
            </p:cNvPr>
            <p:cNvSpPr txBox="1"/>
            <p:nvPr/>
          </p:nvSpPr>
          <p:spPr>
            <a:xfrm>
              <a:off x="5070219" y="4974451"/>
              <a:ext cx="73637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1200" dirty="0"/>
                <a:t>Pipeline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152901445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</TotalTime>
  <Words>285</Words>
  <Application>Microsoft Office PowerPoint</Application>
  <PresentationFormat>Grand écran</PresentationFormat>
  <Paragraphs>71</Paragraphs>
  <Slides>6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6</vt:i4>
      </vt:variant>
    </vt:vector>
  </HeadingPairs>
  <TitlesOfParts>
    <vt:vector size="12" baseType="lpstr">
      <vt:lpstr>Aptos</vt:lpstr>
      <vt:lpstr>Aptos Display</vt:lpstr>
      <vt:lpstr>Arial</vt:lpstr>
      <vt:lpstr>Arial Unicode MS</vt:lpstr>
      <vt:lpstr>Consolas</vt:lpstr>
      <vt:lpstr>Thème Office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Zoheir HADID</dc:creator>
  <cp:lastModifiedBy>Zoheir HADID</cp:lastModifiedBy>
  <cp:revision>1</cp:revision>
  <dcterms:created xsi:type="dcterms:W3CDTF">2025-02-20T19:21:11Z</dcterms:created>
  <dcterms:modified xsi:type="dcterms:W3CDTF">2025-11-19T19:40:16Z</dcterms:modified>
</cp:coreProperties>
</file>